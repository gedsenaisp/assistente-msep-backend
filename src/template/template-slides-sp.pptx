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9"/>
  </p:handoutMasterIdLst>
  <p:sldIdLst>
    <p:sldId id="259" r:id="rId2"/>
    <p:sldId id="260" r:id="rId3"/>
    <p:sldId id="256" r:id="rId4"/>
    <p:sldId id="258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58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82" d="100"/>
          <a:sy n="82" d="100"/>
        </p:scale>
        <p:origin x="3876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9780B1AF-3D3D-3994-EED0-F23AF3AB00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9807DDA-3A38-30A2-4A5C-A581DB545B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FECF0F-288A-47EA-B5B2-337AA82876F2}" type="datetimeFigureOut">
              <a:rPr lang="pt-BR" smtClean="0"/>
              <a:t>25/12/2025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0854F96-79E6-B7CD-CFF0-15F0B9FA0D5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2FB8C61-43CA-EDEB-EDF4-43C0503C794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70013FA-2DBE-4194-B880-0BB4E2872DF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467687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3">
            <a:extLst>
              <a:ext uri="{FF2B5EF4-FFF2-40B4-BE49-F238E27FC236}">
                <a16:creationId xmlns:a16="http://schemas.microsoft.com/office/drawing/2014/main" id="{C476057E-367C-C8A6-4016-A304903E53C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519"/>
          </a:xfrm>
          <a:prstGeom prst="rect">
            <a:avLst/>
          </a:prstGeom>
        </p:spPr>
      </p:pic>
      <p:sp>
        <p:nvSpPr>
          <p:cNvPr id="5" name="object 4">
            <a:extLst>
              <a:ext uri="{FF2B5EF4-FFF2-40B4-BE49-F238E27FC236}">
                <a16:creationId xmlns:a16="http://schemas.microsoft.com/office/drawing/2014/main" id="{EC4B0772-25CD-1810-4101-C6A77B10ABB9}"/>
              </a:ext>
            </a:extLst>
          </p:cNvPr>
          <p:cNvSpPr/>
          <p:nvPr/>
        </p:nvSpPr>
        <p:spPr>
          <a:xfrm>
            <a:off x="4127569" y="2926477"/>
            <a:ext cx="3937177" cy="1004633"/>
          </a:xfrm>
          <a:custGeom>
            <a:avLst/>
            <a:gdLst/>
            <a:ahLst/>
            <a:cxnLst/>
            <a:rect l="l" t="t" r="r" b="b"/>
            <a:pathLst>
              <a:path w="6492240" h="1656714">
                <a:moveTo>
                  <a:pt x="6491833" y="0"/>
                </a:moveTo>
                <a:lnTo>
                  <a:pt x="0" y="0"/>
                </a:lnTo>
                <a:lnTo>
                  <a:pt x="0" y="1656609"/>
                </a:lnTo>
                <a:lnTo>
                  <a:pt x="6491833" y="1656609"/>
                </a:lnTo>
                <a:lnTo>
                  <a:pt x="6491833" y="0"/>
                </a:lnTo>
                <a:close/>
              </a:path>
            </a:pathLst>
          </a:custGeom>
          <a:solidFill>
            <a:srgbClr val="E2101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" name="object 5">
            <a:extLst>
              <a:ext uri="{FF2B5EF4-FFF2-40B4-BE49-F238E27FC236}">
                <a16:creationId xmlns:a16="http://schemas.microsoft.com/office/drawing/2014/main" id="{D5094535-9BAD-7503-124C-555D27CA2FB6}"/>
              </a:ext>
            </a:extLst>
          </p:cNvPr>
          <p:cNvSpPr/>
          <p:nvPr/>
        </p:nvSpPr>
        <p:spPr>
          <a:xfrm>
            <a:off x="4127496" y="3054952"/>
            <a:ext cx="3937177" cy="746255"/>
          </a:xfrm>
          <a:custGeom>
            <a:avLst/>
            <a:gdLst/>
            <a:ahLst/>
            <a:cxnLst/>
            <a:rect l="l" t="t" r="r" b="b"/>
            <a:pathLst>
              <a:path w="6492240" h="1230629">
                <a:moveTo>
                  <a:pt x="348691" y="1161948"/>
                </a:moveTo>
                <a:lnTo>
                  <a:pt x="0" y="1161948"/>
                </a:lnTo>
                <a:lnTo>
                  <a:pt x="0" y="1205585"/>
                </a:lnTo>
                <a:lnTo>
                  <a:pt x="348691" y="1205585"/>
                </a:lnTo>
                <a:lnTo>
                  <a:pt x="348691" y="1161948"/>
                </a:lnTo>
                <a:close/>
              </a:path>
              <a:path w="6492240" h="1230629">
                <a:moveTo>
                  <a:pt x="348691" y="882891"/>
                </a:moveTo>
                <a:lnTo>
                  <a:pt x="0" y="882891"/>
                </a:lnTo>
                <a:lnTo>
                  <a:pt x="0" y="926490"/>
                </a:lnTo>
                <a:lnTo>
                  <a:pt x="348691" y="926490"/>
                </a:lnTo>
                <a:lnTo>
                  <a:pt x="348691" y="882891"/>
                </a:lnTo>
                <a:close/>
              </a:path>
              <a:path w="6492240" h="1230629">
                <a:moveTo>
                  <a:pt x="348691" y="593369"/>
                </a:moveTo>
                <a:lnTo>
                  <a:pt x="0" y="593369"/>
                </a:lnTo>
                <a:lnTo>
                  <a:pt x="0" y="636981"/>
                </a:lnTo>
                <a:lnTo>
                  <a:pt x="348691" y="636981"/>
                </a:lnTo>
                <a:lnTo>
                  <a:pt x="348691" y="593369"/>
                </a:lnTo>
                <a:close/>
              </a:path>
              <a:path w="6492240" h="1230629">
                <a:moveTo>
                  <a:pt x="348691" y="307733"/>
                </a:moveTo>
                <a:lnTo>
                  <a:pt x="0" y="307733"/>
                </a:lnTo>
                <a:lnTo>
                  <a:pt x="0" y="351409"/>
                </a:lnTo>
                <a:lnTo>
                  <a:pt x="348691" y="351409"/>
                </a:lnTo>
                <a:lnTo>
                  <a:pt x="348691" y="307733"/>
                </a:lnTo>
                <a:close/>
              </a:path>
              <a:path w="6492240" h="1230629">
                <a:moveTo>
                  <a:pt x="348691" y="29514"/>
                </a:moveTo>
                <a:lnTo>
                  <a:pt x="0" y="29514"/>
                </a:lnTo>
                <a:lnTo>
                  <a:pt x="0" y="73126"/>
                </a:lnTo>
                <a:lnTo>
                  <a:pt x="348691" y="73126"/>
                </a:lnTo>
                <a:lnTo>
                  <a:pt x="348691" y="29514"/>
                </a:lnTo>
                <a:close/>
              </a:path>
              <a:path w="6492240" h="1230629">
                <a:moveTo>
                  <a:pt x="1597647" y="267804"/>
                </a:moveTo>
                <a:lnTo>
                  <a:pt x="1594929" y="229044"/>
                </a:lnTo>
                <a:lnTo>
                  <a:pt x="1584706" y="183756"/>
                </a:lnTo>
                <a:lnTo>
                  <a:pt x="1568704" y="148564"/>
                </a:lnTo>
                <a:lnTo>
                  <a:pt x="1520291" y="90868"/>
                </a:lnTo>
                <a:lnTo>
                  <a:pt x="1488935" y="67945"/>
                </a:lnTo>
                <a:lnTo>
                  <a:pt x="1453540" y="48729"/>
                </a:lnTo>
                <a:lnTo>
                  <a:pt x="1414627" y="33020"/>
                </a:lnTo>
                <a:lnTo>
                  <a:pt x="1372730" y="20599"/>
                </a:lnTo>
                <a:lnTo>
                  <a:pt x="1328381" y="11290"/>
                </a:lnTo>
                <a:lnTo>
                  <a:pt x="1282115" y="4889"/>
                </a:lnTo>
                <a:lnTo>
                  <a:pt x="1234465" y="1193"/>
                </a:lnTo>
                <a:lnTo>
                  <a:pt x="1185964" y="0"/>
                </a:lnTo>
                <a:lnTo>
                  <a:pt x="1139520" y="927"/>
                </a:lnTo>
                <a:lnTo>
                  <a:pt x="1093025" y="3848"/>
                </a:lnTo>
                <a:lnTo>
                  <a:pt x="1046784" y="8940"/>
                </a:lnTo>
                <a:lnTo>
                  <a:pt x="1001102" y="16383"/>
                </a:lnTo>
                <a:lnTo>
                  <a:pt x="956259" y="26377"/>
                </a:lnTo>
                <a:lnTo>
                  <a:pt x="912571" y="39090"/>
                </a:lnTo>
                <a:lnTo>
                  <a:pt x="870331" y="54711"/>
                </a:lnTo>
                <a:lnTo>
                  <a:pt x="829830" y="73418"/>
                </a:lnTo>
                <a:lnTo>
                  <a:pt x="791387" y="95415"/>
                </a:lnTo>
                <a:lnTo>
                  <a:pt x="755281" y="120878"/>
                </a:lnTo>
                <a:lnTo>
                  <a:pt x="721817" y="149974"/>
                </a:lnTo>
                <a:lnTo>
                  <a:pt x="691299" y="182918"/>
                </a:lnTo>
                <a:lnTo>
                  <a:pt x="664019" y="219862"/>
                </a:lnTo>
                <a:lnTo>
                  <a:pt x="640270" y="261010"/>
                </a:lnTo>
                <a:lnTo>
                  <a:pt x="620369" y="306552"/>
                </a:lnTo>
                <a:lnTo>
                  <a:pt x="604596" y="356666"/>
                </a:lnTo>
                <a:lnTo>
                  <a:pt x="596900" y="410032"/>
                </a:lnTo>
                <a:lnTo>
                  <a:pt x="597052" y="460375"/>
                </a:lnTo>
                <a:lnTo>
                  <a:pt x="605218" y="507060"/>
                </a:lnTo>
                <a:lnTo>
                  <a:pt x="621588" y="549465"/>
                </a:lnTo>
                <a:lnTo>
                  <a:pt x="646328" y="586930"/>
                </a:lnTo>
                <a:lnTo>
                  <a:pt x="679602" y="618871"/>
                </a:lnTo>
                <a:lnTo>
                  <a:pt x="721588" y="644626"/>
                </a:lnTo>
                <a:lnTo>
                  <a:pt x="775487" y="668210"/>
                </a:lnTo>
                <a:lnTo>
                  <a:pt x="829157" y="687501"/>
                </a:lnTo>
                <a:lnTo>
                  <a:pt x="881773" y="703440"/>
                </a:lnTo>
                <a:lnTo>
                  <a:pt x="932522" y="716953"/>
                </a:lnTo>
                <a:lnTo>
                  <a:pt x="1025131" y="740435"/>
                </a:lnTo>
                <a:lnTo>
                  <a:pt x="1065352" y="752271"/>
                </a:lnTo>
                <a:lnTo>
                  <a:pt x="1129538" y="780821"/>
                </a:lnTo>
                <a:lnTo>
                  <a:pt x="1166558" y="822058"/>
                </a:lnTo>
                <a:lnTo>
                  <a:pt x="1172845" y="849782"/>
                </a:lnTo>
                <a:lnTo>
                  <a:pt x="1169873" y="883488"/>
                </a:lnTo>
                <a:lnTo>
                  <a:pt x="1150251" y="925880"/>
                </a:lnTo>
                <a:lnTo>
                  <a:pt x="1115136" y="958862"/>
                </a:lnTo>
                <a:lnTo>
                  <a:pt x="1070140" y="982408"/>
                </a:lnTo>
                <a:lnTo>
                  <a:pt x="1020876" y="996530"/>
                </a:lnTo>
                <a:lnTo>
                  <a:pt x="972985" y="1001242"/>
                </a:lnTo>
                <a:lnTo>
                  <a:pt x="918387" y="996238"/>
                </a:lnTo>
                <a:lnTo>
                  <a:pt x="873213" y="981430"/>
                </a:lnTo>
                <a:lnTo>
                  <a:pt x="838695" y="957072"/>
                </a:lnTo>
                <a:lnTo>
                  <a:pt x="816089" y="923455"/>
                </a:lnTo>
                <a:lnTo>
                  <a:pt x="806640" y="880833"/>
                </a:lnTo>
                <a:lnTo>
                  <a:pt x="811580" y="829500"/>
                </a:lnTo>
                <a:lnTo>
                  <a:pt x="484365" y="829500"/>
                </a:lnTo>
                <a:lnTo>
                  <a:pt x="476148" y="883615"/>
                </a:lnTo>
                <a:lnTo>
                  <a:pt x="473621" y="932954"/>
                </a:lnTo>
                <a:lnTo>
                  <a:pt x="476516" y="977696"/>
                </a:lnTo>
                <a:lnTo>
                  <a:pt x="484517" y="1018032"/>
                </a:lnTo>
                <a:lnTo>
                  <a:pt x="497332" y="1054163"/>
                </a:lnTo>
                <a:lnTo>
                  <a:pt x="536282" y="1114577"/>
                </a:lnTo>
                <a:lnTo>
                  <a:pt x="591019" y="1160513"/>
                </a:lnTo>
                <a:lnTo>
                  <a:pt x="659218" y="1193520"/>
                </a:lnTo>
                <a:lnTo>
                  <a:pt x="697623" y="1205674"/>
                </a:lnTo>
                <a:lnTo>
                  <a:pt x="738530" y="1215174"/>
                </a:lnTo>
                <a:lnTo>
                  <a:pt x="781634" y="1222222"/>
                </a:lnTo>
                <a:lnTo>
                  <a:pt x="826643" y="1227010"/>
                </a:lnTo>
                <a:lnTo>
                  <a:pt x="873277" y="1229741"/>
                </a:lnTo>
                <a:lnTo>
                  <a:pt x="921219" y="1230617"/>
                </a:lnTo>
                <a:lnTo>
                  <a:pt x="972362" y="1229220"/>
                </a:lnTo>
                <a:lnTo>
                  <a:pt x="1023124" y="1225054"/>
                </a:lnTo>
                <a:lnTo>
                  <a:pt x="1073188" y="1218069"/>
                </a:lnTo>
                <a:lnTo>
                  <a:pt x="1122248" y="1208278"/>
                </a:lnTo>
                <a:lnTo>
                  <a:pt x="1169987" y="1195628"/>
                </a:lnTo>
                <a:lnTo>
                  <a:pt x="1216088" y="1180134"/>
                </a:lnTo>
                <a:lnTo>
                  <a:pt x="1260233" y="1161757"/>
                </a:lnTo>
                <a:lnTo>
                  <a:pt x="1302118" y="1140472"/>
                </a:lnTo>
                <a:lnTo>
                  <a:pt x="1341412" y="1116291"/>
                </a:lnTo>
                <a:lnTo>
                  <a:pt x="1377810" y="1089164"/>
                </a:lnTo>
                <a:lnTo>
                  <a:pt x="1411008" y="1059091"/>
                </a:lnTo>
                <a:lnTo>
                  <a:pt x="1440675" y="1026045"/>
                </a:lnTo>
                <a:lnTo>
                  <a:pt x="1458455" y="1001242"/>
                </a:lnTo>
                <a:lnTo>
                  <a:pt x="1466494" y="990028"/>
                </a:lnTo>
                <a:lnTo>
                  <a:pt x="1488173" y="950988"/>
                </a:lnTo>
                <a:lnTo>
                  <a:pt x="1505369" y="908926"/>
                </a:lnTo>
                <a:lnTo>
                  <a:pt x="1517789" y="863828"/>
                </a:lnTo>
                <a:lnTo>
                  <a:pt x="1526463" y="807440"/>
                </a:lnTo>
                <a:lnTo>
                  <a:pt x="1527556" y="757580"/>
                </a:lnTo>
                <a:lnTo>
                  <a:pt x="1521739" y="713778"/>
                </a:lnTo>
                <a:lnTo>
                  <a:pt x="1509649" y="675538"/>
                </a:lnTo>
                <a:lnTo>
                  <a:pt x="1469301" y="613803"/>
                </a:lnTo>
                <a:lnTo>
                  <a:pt x="1411757" y="568528"/>
                </a:lnTo>
                <a:lnTo>
                  <a:pt x="1342263" y="535825"/>
                </a:lnTo>
                <a:lnTo>
                  <a:pt x="1304671" y="522973"/>
                </a:lnTo>
                <a:lnTo>
                  <a:pt x="1266063" y="511822"/>
                </a:lnTo>
                <a:lnTo>
                  <a:pt x="1227086" y="501878"/>
                </a:lnTo>
                <a:lnTo>
                  <a:pt x="1150658" y="483654"/>
                </a:lnTo>
                <a:lnTo>
                  <a:pt x="1114513" y="474421"/>
                </a:lnTo>
                <a:lnTo>
                  <a:pt x="1064463" y="459676"/>
                </a:lnTo>
                <a:lnTo>
                  <a:pt x="1016800" y="441147"/>
                </a:lnTo>
                <a:lnTo>
                  <a:pt x="977925" y="416255"/>
                </a:lnTo>
                <a:lnTo>
                  <a:pt x="954265" y="382409"/>
                </a:lnTo>
                <a:lnTo>
                  <a:pt x="952258" y="337007"/>
                </a:lnTo>
                <a:lnTo>
                  <a:pt x="972540" y="295287"/>
                </a:lnTo>
                <a:lnTo>
                  <a:pt x="1010564" y="260934"/>
                </a:lnTo>
                <a:lnTo>
                  <a:pt x="1060335" y="237629"/>
                </a:lnTo>
                <a:lnTo>
                  <a:pt x="1115885" y="229044"/>
                </a:lnTo>
                <a:lnTo>
                  <a:pt x="1154633" y="231470"/>
                </a:lnTo>
                <a:lnTo>
                  <a:pt x="1213764" y="250469"/>
                </a:lnTo>
                <a:lnTo>
                  <a:pt x="1248956" y="286981"/>
                </a:lnTo>
                <a:lnTo>
                  <a:pt x="1259357" y="339166"/>
                </a:lnTo>
                <a:lnTo>
                  <a:pt x="1254417" y="371386"/>
                </a:lnTo>
                <a:lnTo>
                  <a:pt x="1581594" y="371386"/>
                </a:lnTo>
                <a:lnTo>
                  <a:pt x="1593507" y="317055"/>
                </a:lnTo>
                <a:lnTo>
                  <a:pt x="1597647" y="267804"/>
                </a:lnTo>
                <a:close/>
              </a:path>
              <a:path w="6492240" h="1230629">
                <a:moveTo>
                  <a:pt x="2779204" y="24511"/>
                </a:moveTo>
                <a:lnTo>
                  <a:pt x="1879384" y="24511"/>
                </a:lnTo>
                <a:lnTo>
                  <a:pt x="1628279" y="1205801"/>
                </a:lnTo>
                <a:lnTo>
                  <a:pt x="2528112" y="1205801"/>
                </a:lnTo>
                <a:lnTo>
                  <a:pt x="2576906" y="976693"/>
                </a:lnTo>
                <a:lnTo>
                  <a:pt x="2004250" y="976693"/>
                </a:lnTo>
                <a:lnTo>
                  <a:pt x="2057425" y="726376"/>
                </a:lnTo>
                <a:lnTo>
                  <a:pt x="2584246" y="726376"/>
                </a:lnTo>
                <a:lnTo>
                  <a:pt x="2632786" y="497420"/>
                </a:lnTo>
                <a:lnTo>
                  <a:pt x="2105964" y="497420"/>
                </a:lnTo>
                <a:lnTo>
                  <a:pt x="2157768" y="253555"/>
                </a:lnTo>
                <a:lnTo>
                  <a:pt x="2730411" y="253555"/>
                </a:lnTo>
                <a:lnTo>
                  <a:pt x="2779204" y="24511"/>
                </a:lnTo>
                <a:close/>
              </a:path>
              <a:path w="6492240" h="1230629">
                <a:moveTo>
                  <a:pt x="4115854" y="24511"/>
                </a:moveTo>
                <a:lnTo>
                  <a:pt x="3821379" y="24511"/>
                </a:lnTo>
                <a:lnTo>
                  <a:pt x="3634879" y="901433"/>
                </a:lnTo>
                <a:lnTo>
                  <a:pt x="3631057" y="904773"/>
                </a:lnTo>
                <a:lnTo>
                  <a:pt x="3487813" y="301078"/>
                </a:lnTo>
                <a:lnTo>
                  <a:pt x="3422192" y="24511"/>
                </a:lnTo>
                <a:lnTo>
                  <a:pt x="2964078" y="24511"/>
                </a:lnTo>
                <a:lnTo>
                  <a:pt x="2712948" y="1205801"/>
                </a:lnTo>
                <a:lnTo>
                  <a:pt x="3007461" y="1205801"/>
                </a:lnTo>
                <a:lnTo>
                  <a:pt x="3199714" y="301078"/>
                </a:lnTo>
                <a:lnTo>
                  <a:pt x="3202978" y="301078"/>
                </a:lnTo>
                <a:lnTo>
                  <a:pt x="3411550" y="1205801"/>
                </a:lnTo>
                <a:lnTo>
                  <a:pt x="3864762" y="1205801"/>
                </a:lnTo>
                <a:lnTo>
                  <a:pt x="3928745" y="904773"/>
                </a:lnTo>
                <a:lnTo>
                  <a:pt x="4115854" y="24511"/>
                </a:lnTo>
                <a:close/>
              </a:path>
              <a:path w="6492240" h="1230629">
                <a:moveTo>
                  <a:pt x="5317591" y="1205801"/>
                </a:moveTo>
                <a:lnTo>
                  <a:pt x="5275567" y="975106"/>
                </a:lnTo>
                <a:lnTo>
                  <a:pt x="5233860" y="746061"/>
                </a:lnTo>
                <a:lnTo>
                  <a:pt x="5144465" y="255181"/>
                </a:lnTo>
                <a:lnTo>
                  <a:pt x="5102453" y="24511"/>
                </a:lnTo>
                <a:lnTo>
                  <a:pt x="4886769" y="24511"/>
                </a:lnTo>
                <a:lnTo>
                  <a:pt x="4886769" y="746061"/>
                </a:lnTo>
                <a:lnTo>
                  <a:pt x="4571009" y="746061"/>
                </a:lnTo>
                <a:lnTo>
                  <a:pt x="4835753" y="255181"/>
                </a:lnTo>
                <a:lnTo>
                  <a:pt x="4840643" y="255181"/>
                </a:lnTo>
                <a:lnTo>
                  <a:pt x="4886769" y="746061"/>
                </a:lnTo>
                <a:lnTo>
                  <a:pt x="4886769" y="24511"/>
                </a:lnTo>
                <a:lnTo>
                  <a:pt x="4703229" y="24511"/>
                </a:lnTo>
                <a:lnTo>
                  <a:pt x="3985780" y="1205801"/>
                </a:lnTo>
                <a:lnTo>
                  <a:pt x="4313047" y="1205801"/>
                </a:lnTo>
                <a:lnTo>
                  <a:pt x="4439005" y="975106"/>
                </a:lnTo>
                <a:lnTo>
                  <a:pt x="4918392" y="975106"/>
                </a:lnTo>
                <a:lnTo>
                  <a:pt x="4947831" y="1205801"/>
                </a:lnTo>
                <a:lnTo>
                  <a:pt x="5317591" y="1205801"/>
                </a:lnTo>
                <a:close/>
              </a:path>
              <a:path w="6492240" h="1230629">
                <a:moveTo>
                  <a:pt x="6020232" y="24511"/>
                </a:moveTo>
                <a:lnTo>
                  <a:pt x="5693041" y="24511"/>
                </a:lnTo>
                <a:lnTo>
                  <a:pt x="5441874" y="1205801"/>
                </a:lnTo>
                <a:lnTo>
                  <a:pt x="5769140" y="1205801"/>
                </a:lnTo>
                <a:lnTo>
                  <a:pt x="6020232" y="24511"/>
                </a:lnTo>
                <a:close/>
              </a:path>
              <a:path w="6492240" h="1230629">
                <a:moveTo>
                  <a:pt x="6491808" y="1161948"/>
                </a:moveTo>
                <a:lnTo>
                  <a:pt x="6143117" y="1161948"/>
                </a:lnTo>
                <a:lnTo>
                  <a:pt x="6143117" y="1205585"/>
                </a:lnTo>
                <a:lnTo>
                  <a:pt x="6491808" y="1205585"/>
                </a:lnTo>
                <a:lnTo>
                  <a:pt x="6491808" y="1161948"/>
                </a:lnTo>
                <a:close/>
              </a:path>
              <a:path w="6492240" h="1230629">
                <a:moveTo>
                  <a:pt x="6491808" y="882891"/>
                </a:moveTo>
                <a:lnTo>
                  <a:pt x="6143117" y="882891"/>
                </a:lnTo>
                <a:lnTo>
                  <a:pt x="6143117" y="926490"/>
                </a:lnTo>
                <a:lnTo>
                  <a:pt x="6491808" y="926490"/>
                </a:lnTo>
                <a:lnTo>
                  <a:pt x="6491808" y="882891"/>
                </a:lnTo>
                <a:close/>
              </a:path>
              <a:path w="6492240" h="1230629">
                <a:moveTo>
                  <a:pt x="6491808" y="593369"/>
                </a:moveTo>
                <a:lnTo>
                  <a:pt x="6143117" y="593369"/>
                </a:lnTo>
                <a:lnTo>
                  <a:pt x="6143117" y="636981"/>
                </a:lnTo>
                <a:lnTo>
                  <a:pt x="6491808" y="636981"/>
                </a:lnTo>
                <a:lnTo>
                  <a:pt x="6491808" y="593369"/>
                </a:lnTo>
                <a:close/>
              </a:path>
              <a:path w="6492240" h="1230629">
                <a:moveTo>
                  <a:pt x="6491808" y="307733"/>
                </a:moveTo>
                <a:lnTo>
                  <a:pt x="6143117" y="307733"/>
                </a:lnTo>
                <a:lnTo>
                  <a:pt x="6143117" y="351409"/>
                </a:lnTo>
                <a:lnTo>
                  <a:pt x="6491808" y="351409"/>
                </a:lnTo>
                <a:lnTo>
                  <a:pt x="6491808" y="307733"/>
                </a:lnTo>
                <a:close/>
              </a:path>
              <a:path w="6492240" h="1230629">
                <a:moveTo>
                  <a:pt x="6491808" y="29514"/>
                </a:moveTo>
                <a:lnTo>
                  <a:pt x="6143117" y="29514"/>
                </a:lnTo>
                <a:lnTo>
                  <a:pt x="6143117" y="73126"/>
                </a:lnTo>
                <a:lnTo>
                  <a:pt x="6491808" y="73126"/>
                </a:lnTo>
                <a:lnTo>
                  <a:pt x="6491808" y="2951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" name="object 6">
            <a:extLst>
              <a:ext uri="{FF2B5EF4-FFF2-40B4-BE49-F238E27FC236}">
                <a16:creationId xmlns:a16="http://schemas.microsoft.com/office/drawing/2014/main" id="{D8346E9E-7335-AE93-9609-D0EB5AE952D2}"/>
              </a:ext>
            </a:extLst>
          </p:cNvPr>
          <p:cNvSpPr/>
          <p:nvPr/>
        </p:nvSpPr>
        <p:spPr>
          <a:xfrm>
            <a:off x="0" y="6762275"/>
            <a:ext cx="12192000" cy="954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</p:spTree>
    <p:extLst>
      <p:ext uri="{BB962C8B-B14F-4D97-AF65-F5344CB8AC3E}">
        <p14:creationId xmlns:p14="http://schemas.microsoft.com/office/powerpoint/2010/main" val="27079304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2">
          <p15:clr>
            <a:srgbClr val="FBAE40"/>
          </p15:clr>
        </p15:guide>
        <p15:guide id="2" pos="633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ra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3">
            <a:extLst>
              <a:ext uri="{FF2B5EF4-FFF2-40B4-BE49-F238E27FC236}">
                <a16:creationId xmlns:a16="http://schemas.microsoft.com/office/drawing/2014/main" id="{C476057E-367C-C8A6-4016-A304903E53C1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519"/>
          </a:xfrm>
          <a:prstGeom prst="rect">
            <a:avLst/>
          </a:prstGeom>
        </p:spPr>
      </p:pic>
      <p:sp>
        <p:nvSpPr>
          <p:cNvPr id="8" name="object 6">
            <a:extLst>
              <a:ext uri="{FF2B5EF4-FFF2-40B4-BE49-F238E27FC236}">
                <a16:creationId xmlns:a16="http://schemas.microsoft.com/office/drawing/2014/main" id="{D8346E9E-7335-AE93-9609-D0EB5AE952D2}"/>
              </a:ext>
            </a:extLst>
          </p:cNvPr>
          <p:cNvSpPr/>
          <p:nvPr/>
        </p:nvSpPr>
        <p:spPr>
          <a:xfrm>
            <a:off x="0" y="6762275"/>
            <a:ext cx="12192000" cy="954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6461128E-3D98-4B4B-7ED7-619B84532EAB}"/>
              </a:ext>
            </a:extLst>
          </p:cNvPr>
          <p:cNvSpPr/>
          <p:nvPr/>
        </p:nvSpPr>
        <p:spPr>
          <a:xfrm>
            <a:off x="2029484" y="2198344"/>
            <a:ext cx="3913332" cy="999460"/>
          </a:xfrm>
          <a:custGeom>
            <a:avLst/>
            <a:gdLst/>
            <a:ahLst/>
            <a:cxnLst/>
            <a:rect l="l" t="t" r="r" b="b"/>
            <a:pathLst>
              <a:path w="5242559" h="1337945">
                <a:moveTo>
                  <a:pt x="5242028" y="0"/>
                </a:moveTo>
                <a:lnTo>
                  <a:pt x="0" y="0"/>
                </a:lnTo>
                <a:lnTo>
                  <a:pt x="0" y="1337655"/>
                </a:lnTo>
                <a:lnTo>
                  <a:pt x="5242028" y="1337655"/>
                </a:lnTo>
                <a:lnTo>
                  <a:pt x="5242028" y="0"/>
                </a:lnTo>
                <a:close/>
              </a:path>
            </a:pathLst>
          </a:custGeom>
          <a:solidFill>
            <a:srgbClr val="E2101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" name="object 5">
            <a:extLst>
              <a:ext uri="{FF2B5EF4-FFF2-40B4-BE49-F238E27FC236}">
                <a16:creationId xmlns:a16="http://schemas.microsoft.com/office/drawing/2014/main" id="{FC4A738B-283F-1974-ACF0-11555D82463A}"/>
              </a:ext>
            </a:extLst>
          </p:cNvPr>
          <p:cNvSpPr/>
          <p:nvPr/>
        </p:nvSpPr>
        <p:spPr>
          <a:xfrm>
            <a:off x="2029432" y="2350477"/>
            <a:ext cx="3913332" cy="742361"/>
          </a:xfrm>
          <a:custGeom>
            <a:avLst/>
            <a:gdLst/>
            <a:ahLst/>
            <a:cxnLst/>
            <a:rect l="l" t="t" r="r" b="b"/>
            <a:pathLst>
              <a:path w="5242559" h="993775">
                <a:moveTo>
                  <a:pt x="281571" y="938250"/>
                </a:moveTo>
                <a:lnTo>
                  <a:pt x="0" y="938250"/>
                </a:lnTo>
                <a:lnTo>
                  <a:pt x="0" y="973455"/>
                </a:lnTo>
                <a:lnTo>
                  <a:pt x="281571" y="973455"/>
                </a:lnTo>
                <a:lnTo>
                  <a:pt x="281571" y="938250"/>
                </a:lnTo>
                <a:close/>
              </a:path>
              <a:path w="5242559" h="993775">
                <a:moveTo>
                  <a:pt x="281571" y="712901"/>
                </a:moveTo>
                <a:lnTo>
                  <a:pt x="0" y="712901"/>
                </a:lnTo>
                <a:lnTo>
                  <a:pt x="0" y="748106"/>
                </a:lnTo>
                <a:lnTo>
                  <a:pt x="281571" y="748106"/>
                </a:lnTo>
                <a:lnTo>
                  <a:pt x="281571" y="712901"/>
                </a:lnTo>
                <a:close/>
              </a:path>
              <a:path w="5242559" h="993775">
                <a:moveTo>
                  <a:pt x="281571" y="479120"/>
                </a:moveTo>
                <a:lnTo>
                  <a:pt x="0" y="479120"/>
                </a:lnTo>
                <a:lnTo>
                  <a:pt x="0" y="514324"/>
                </a:lnTo>
                <a:lnTo>
                  <a:pt x="281571" y="514324"/>
                </a:lnTo>
                <a:lnTo>
                  <a:pt x="281571" y="479120"/>
                </a:lnTo>
                <a:close/>
              </a:path>
              <a:path w="5242559" h="993775">
                <a:moveTo>
                  <a:pt x="281571" y="248475"/>
                </a:moveTo>
                <a:lnTo>
                  <a:pt x="0" y="248475"/>
                </a:lnTo>
                <a:lnTo>
                  <a:pt x="0" y="283730"/>
                </a:lnTo>
                <a:lnTo>
                  <a:pt x="281571" y="283730"/>
                </a:lnTo>
                <a:lnTo>
                  <a:pt x="281571" y="248475"/>
                </a:lnTo>
                <a:close/>
              </a:path>
              <a:path w="5242559" h="993775">
                <a:moveTo>
                  <a:pt x="281571" y="23812"/>
                </a:moveTo>
                <a:lnTo>
                  <a:pt x="0" y="23812"/>
                </a:lnTo>
                <a:lnTo>
                  <a:pt x="0" y="59016"/>
                </a:lnTo>
                <a:lnTo>
                  <a:pt x="281571" y="59016"/>
                </a:lnTo>
                <a:lnTo>
                  <a:pt x="281571" y="23812"/>
                </a:lnTo>
                <a:close/>
              </a:path>
              <a:path w="5242559" h="993775">
                <a:moveTo>
                  <a:pt x="1289888" y="204787"/>
                </a:moveTo>
                <a:lnTo>
                  <a:pt x="1287195" y="184924"/>
                </a:lnTo>
                <a:lnTo>
                  <a:pt x="1284528" y="165150"/>
                </a:lnTo>
                <a:lnTo>
                  <a:pt x="1272222" y="130467"/>
                </a:lnTo>
                <a:lnTo>
                  <a:pt x="1229385" y="74917"/>
                </a:lnTo>
                <a:lnTo>
                  <a:pt x="1166685" y="36169"/>
                </a:lnTo>
                <a:lnTo>
                  <a:pt x="1129525" y="22491"/>
                </a:lnTo>
                <a:lnTo>
                  <a:pt x="1089393" y="12280"/>
                </a:lnTo>
                <a:lnTo>
                  <a:pt x="1046924" y="5295"/>
                </a:lnTo>
                <a:lnTo>
                  <a:pt x="1002792" y="1282"/>
                </a:lnTo>
                <a:lnTo>
                  <a:pt x="957656" y="0"/>
                </a:lnTo>
                <a:lnTo>
                  <a:pt x="911479" y="1143"/>
                </a:lnTo>
                <a:lnTo>
                  <a:pt x="865327" y="4775"/>
                </a:lnTo>
                <a:lnTo>
                  <a:pt x="819670" y="11163"/>
                </a:lnTo>
                <a:lnTo>
                  <a:pt x="774928" y="20586"/>
                </a:lnTo>
                <a:lnTo>
                  <a:pt x="731558" y="33324"/>
                </a:lnTo>
                <a:lnTo>
                  <a:pt x="690016" y="49669"/>
                </a:lnTo>
                <a:lnTo>
                  <a:pt x="650760" y="69875"/>
                </a:lnTo>
                <a:lnTo>
                  <a:pt x="614222" y="94221"/>
                </a:lnTo>
                <a:lnTo>
                  <a:pt x="580872" y="123012"/>
                </a:lnTo>
                <a:lnTo>
                  <a:pt x="551141" y="156489"/>
                </a:lnTo>
                <a:lnTo>
                  <a:pt x="525487" y="194970"/>
                </a:lnTo>
                <a:lnTo>
                  <a:pt x="504355" y="238696"/>
                </a:lnTo>
                <a:lnTo>
                  <a:pt x="488200" y="287972"/>
                </a:lnTo>
                <a:lnTo>
                  <a:pt x="481558" y="338035"/>
                </a:lnTo>
                <a:lnTo>
                  <a:pt x="483577" y="384644"/>
                </a:lnTo>
                <a:lnTo>
                  <a:pt x="494474" y="427012"/>
                </a:lnTo>
                <a:lnTo>
                  <a:pt x="514477" y="464312"/>
                </a:lnTo>
                <a:lnTo>
                  <a:pt x="543801" y="495744"/>
                </a:lnTo>
                <a:lnTo>
                  <a:pt x="582663" y="520509"/>
                </a:lnTo>
                <a:lnTo>
                  <a:pt x="634098" y="542620"/>
                </a:lnTo>
                <a:lnTo>
                  <a:pt x="685101" y="560095"/>
                </a:lnTo>
                <a:lnTo>
                  <a:pt x="734580" y="574154"/>
                </a:lnTo>
                <a:lnTo>
                  <a:pt x="824623" y="597027"/>
                </a:lnTo>
                <a:lnTo>
                  <a:pt x="863003" y="608342"/>
                </a:lnTo>
                <a:lnTo>
                  <a:pt x="895477" y="621220"/>
                </a:lnTo>
                <a:lnTo>
                  <a:pt x="920978" y="636917"/>
                </a:lnTo>
                <a:lnTo>
                  <a:pt x="938403" y="656678"/>
                </a:lnTo>
                <a:lnTo>
                  <a:pt x="946658" y="681748"/>
                </a:lnTo>
                <a:lnTo>
                  <a:pt x="944651" y="713359"/>
                </a:lnTo>
                <a:lnTo>
                  <a:pt x="922705" y="754976"/>
                </a:lnTo>
                <a:lnTo>
                  <a:pt x="882992" y="784707"/>
                </a:lnTo>
                <a:lnTo>
                  <a:pt x="834351" y="802538"/>
                </a:lnTo>
                <a:lnTo>
                  <a:pt x="785672" y="808482"/>
                </a:lnTo>
                <a:lnTo>
                  <a:pt x="733640" y="802678"/>
                </a:lnTo>
                <a:lnTo>
                  <a:pt x="692861" y="785520"/>
                </a:lnTo>
                <a:lnTo>
                  <a:pt x="665060" y="757402"/>
                </a:lnTo>
                <a:lnTo>
                  <a:pt x="651979" y="718680"/>
                </a:lnTo>
                <a:lnTo>
                  <a:pt x="655332" y="669772"/>
                </a:lnTo>
                <a:lnTo>
                  <a:pt x="391109" y="669772"/>
                </a:lnTo>
                <a:lnTo>
                  <a:pt x="383362" y="726135"/>
                </a:lnTo>
                <a:lnTo>
                  <a:pt x="383374" y="775970"/>
                </a:lnTo>
                <a:lnTo>
                  <a:pt x="390588" y="819632"/>
                </a:lnTo>
                <a:lnTo>
                  <a:pt x="404507" y="857453"/>
                </a:lnTo>
                <a:lnTo>
                  <a:pt x="450291" y="917028"/>
                </a:lnTo>
                <a:lnTo>
                  <a:pt x="481114" y="939482"/>
                </a:lnTo>
                <a:lnTo>
                  <a:pt x="516521" y="957503"/>
                </a:lnTo>
                <a:lnTo>
                  <a:pt x="555980" y="971473"/>
                </a:lnTo>
                <a:lnTo>
                  <a:pt x="598970" y="981722"/>
                </a:lnTo>
                <a:lnTo>
                  <a:pt x="644969" y="988606"/>
                </a:lnTo>
                <a:lnTo>
                  <a:pt x="693445" y="992466"/>
                </a:lnTo>
                <a:lnTo>
                  <a:pt x="743877" y="993686"/>
                </a:lnTo>
                <a:lnTo>
                  <a:pt x="794664" y="991984"/>
                </a:lnTo>
                <a:lnTo>
                  <a:pt x="844905" y="986878"/>
                </a:lnTo>
                <a:lnTo>
                  <a:pt x="894105" y="978331"/>
                </a:lnTo>
                <a:lnTo>
                  <a:pt x="941819" y="966304"/>
                </a:lnTo>
                <a:lnTo>
                  <a:pt x="987564" y="950798"/>
                </a:lnTo>
                <a:lnTo>
                  <a:pt x="1030846" y="931760"/>
                </a:lnTo>
                <a:lnTo>
                  <a:pt x="1071219" y="909167"/>
                </a:lnTo>
                <a:lnTo>
                  <a:pt x="1108189" y="883005"/>
                </a:lnTo>
                <a:lnTo>
                  <a:pt x="1141298" y="853224"/>
                </a:lnTo>
                <a:lnTo>
                  <a:pt x="1170063" y="819823"/>
                </a:lnTo>
                <a:lnTo>
                  <a:pt x="1194015" y="782751"/>
                </a:lnTo>
                <a:lnTo>
                  <a:pt x="1212672" y="741984"/>
                </a:lnTo>
                <a:lnTo>
                  <a:pt x="1225575" y="697509"/>
                </a:lnTo>
                <a:lnTo>
                  <a:pt x="1233309" y="642226"/>
                </a:lnTo>
                <a:lnTo>
                  <a:pt x="1231950" y="594804"/>
                </a:lnTo>
                <a:lnTo>
                  <a:pt x="1222514" y="554507"/>
                </a:lnTo>
                <a:lnTo>
                  <a:pt x="1183284" y="492379"/>
                </a:lnTo>
                <a:lnTo>
                  <a:pt x="1123530" y="449999"/>
                </a:lnTo>
                <a:lnTo>
                  <a:pt x="1088415" y="434390"/>
                </a:lnTo>
                <a:lnTo>
                  <a:pt x="1051115" y="421538"/>
                </a:lnTo>
                <a:lnTo>
                  <a:pt x="1012647" y="410718"/>
                </a:lnTo>
                <a:lnTo>
                  <a:pt x="936078" y="392214"/>
                </a:lnTo>
                <a:lnTo>
                  <a:pt x="899960" y="383082"/>
                </a:lnTo>
                <a:lnTo>
                  <a:pt x="849528" y="367804"/>
                </a:lnTo>
                <a:lnTo>
                  <a:pt x="804138" y="346938"/>
                </a:lnTo>
                <a:lnTo>
                  <a:pt x="773887" y="316407"/>
                </a:lnTo>
                <a:lnTo>
                  <a:pt x="768934" y="272110"/>
                </a:lnTo>
                <a:lnTo>
                  <a:pt x="785317" y="238429"/>
                </a:lnTo>
                <a:lnTo>
                  <a:pt x="816013" y="210680"/>
                </a:lnTo>
                <a:lnTo>
                  <a:pt x="856195" y="191858"/>
                </a:lnTo>
                <a:lnTo>
                  <a:pt x="901052" y="184924"/>
                </a:lnTo>
                <a:lnTo>
                  <a:pt x="932332" y="186893"/>
                </a:lnTo>
                <a:lnTo>
                  <a:pt x="980084" y="202222"/>
                </a:lnTo>
                <a:lnTo>
                  <a:pt x="1008494" y="231711"/>
                </a:lnTo>
                <a:lnTo>
                  <a:pt x="1016889" y="273837"/>
                </a:lnTo>
                <a:lnTo>
                  <a:pt x="1012901" y="299847"/>
                </a:lnTo>
                <a:lnTo>
                  <a:pt x="1277099" y="299847"/>
                </a:lnTo>
                <a:lnTo>
                  <a:pt x="1287627" y="249605"/>
                </a:lnTo>
                <a:lnTo>
                  <a:pt x="1289888" y="204787"/>
                </a:lnTo>
                <a:close/>
              </a:path>
              <a:path w="5242559" h="993775">
                <a:moveTo>
                  <a:pt x="2244153" y="19761"/>
                </a:moveTo>
                <a:lnTo>
                  <a:pt x="1517561" y="19761"/>
                </a:lnTo>
                <a:lnTo>
                  <a:pt x="1314792" y="973645"/>
                </a:lnTo>
                <a:lnTo>
                  <a:pt x="2041398" y="973645"/>
                </a:lnTo>
                <a:lnTo>
                  <a:pt x="2080793" y="788670"/>
                </a:lnTo>
                <a:lnTo>
                  <a:pt x="1618399" y="788670"/>
                </a:lnTo>
                <a:lnTo>
                  <a:pt x="1661350" y="586536"/>
                </a:lnTo>
                <a:lnTo>
                  <a:pt x="2086737" y="586536"/>
                </a:lnTo>
                <a:lnTo>
                  <a:pt x="2125903" y="401612"/>
                </a:lnTo>
                <a:lnTo>
                  <a:pt x="1700504" y="401612"/>
                </a:lnTo>
                <a:lnTo>
                  <a:pt x="1742351" y="204736"/>
                </a:lnTo>
                <a:lnTo>
                  <a:pt x="2204758" y="204736"/>
                </a:lnTo>
                <a:lnTo>
                  <a:pt x="2244153" y="19761"/>
                </a:lnTo>
                <a:close/>
              </a:path>
              <a:path w="5242559" h="993775">
                <a:moveTo>
                  <a:pt x="3323475" y="19761"/>
                </a:moveTo>
                <a:lnTo>
                  <a:pt x="3085681" y="19761"/>
                </a:lnTo>
                <a:lnTo>
                  <a:pt x="2935084" y="727875"/>
                </a:lnTo>
                <a:lnTo>
                  <a:pt x="2931998" y="730554"/>
                </a:lnTo>
                <a:lnTo>
                  <a:pt x="2816326" y="243078"/>
                </a:lnTo>
                <a:lnTo>
                  <a:pt x="2763329" y="19761"/>
                </a:lnTo>
                <a:lnTo>
                  <a:pt x="2393416" y="19761"/>
                </a:lnTo>
                <a:lnTo>
                  <a:pt x="2190648" y="973645"/>
                </a:lnTo>
                <a:lnTo>
                  <a:pt x="2428443" y="973645"/>
                </a:lnTo>
                <a:lnTo>
                  <a:pt x="2583700" y="243078"/>
                </a:lnTo>
                <a:lnTo>
                  <a:pt x="2586329" y="243078"/>
                </a:lnTo>
                <a:lnTo>
                  <a:pt x="2754757" y="973645"/>
                </a:lnTo>
                <a:lnTo>
                  <a:pt x="3120707" y="973645"/>
                </a:lnTo>
                <a:lnTo>
                  <a:pt x="3172383" y="730554"/>
                </a:lnTo>
                <a:lnTo>
                  <a:pt x="3323475" y="19761"/>
                </a:lnTo>
                <a:close/>
              </a:path>
              <a:path w="5242559" h="993775">
                <a:moveTo>
                  <a:pt x="4293857" y="973645"/>
                </a:moveTo>
                <a:lnTo>
                  <a:pt x="4259923" y="787361"/>
                </a:lnTo>
                <a:lnTo>
                  <a:pt x="4226242" y="602399"/>
                </a:lnTo>
                <a:lnTo>
                  <a:pt x="4154043" y="206019"/>
                </a:lnTo>
                <a:lnTo>
                  <a:pt x="4120121" y="19761"/>
                </a:lnTo>
                <a:lnTo>
                  <a:pt x="3945966" y="19761"/>
                </a:lnTo>
                <a:lnTo>
                  <a:pt x="3945966" y="602399"/>
                </a:lnTo>
                <a:lnTo>
                  <a:pt x="3690988" y="602399"/>
                </a:lnTo>
                <a:lnTo>
                  <a:pt x="3904780" y="206019"/>
                </a:lnTo>
                <a:lnTo>
                  <a:pt x="3908729" y="206019"/>
                </a:lnTo>
                <a:lnTo>
                  <a:pt x="3945966" y="602399"/>
                </a:lnTo>
                <a:lnTo>
                  <a:pt x="3945966" y="19761"/>
                </a:lnTo>
                <a:lnTo>
                  <a:pt x="3797770" y="19761"/>
                </a:lnTo>
                <a:lnTo>
                  <a:pt x="3218446" y="973645"/>
                </a:lnTo>
                <a:lnTo>
                  <a:pt x="3482695" y="973645"/>
                </a:lnTo>
                <a:lnTo>
                  <a:pt x="3584397" y="787361"/>
                </a:lnTo>
                <a:lnTo>
                  <a:pt x="3971506" y="787361"/>
                </a:lnTo>
                <a:lnTo>
                  <a:pt x="3995280" y="973645"/>
                </a:lnTo>
                <a:lnTo>
                  <a:pt x="4293857" y="973645"/>
                </a:lnTo>
                <a:close/>
              </a:path>
              <a:path w="5242559" h="993775">
                <a:moveTo>
                  <a:pt x="4861230" y="19761"/>
                </a:moveTo>
                <a:lnTo>
                  <a:pt x="4597044" y="19761"/>
                </a:lnTo>
                <a:lnTo>
                  <a:pt x="4394225" y="973645"/>
                </a:lnTo>
                <a:lnTo>
                  <a:pt x="4658461" y="973645"/>
                </a:lnTo>
                <a:lnTo>
                  <a:pt x="4861230" y="19761"/>
                </a:lnTo>
                <a:close/>
              </a:path>
              <a:path w="5242559" h="993775">
                <a:moveTo>
                  <a:pt x="5242026" y="938250"/>
                </a:moveTo>
                <a:lnTo>
                  <a:pt x="4960455" y="938250"/>
                </a:lnTo>
                <a:lnTo>
                  <a:pt x="4960455" y="973455"/>
                </a:lnTo>
                <a:lnTo>
                  <a:pt x="5242026" y="973455"/>
                </a:lnTo>
                <a:lnTo>
                  <a:pt x="5242026" y="938250"/>
                </a:lnTo>
                <a:close/>
              </a:path>
              <a:path w="5242559" h="993775">
                <a:moveTo>
                  <a:pt x="5242026" y="712901"/>
                </a:moveTo>
                <a:lnTo>
                  <a:pt x="4960455" y="712901"/>
                </a:lnTo>
                <a:lnTo>
                  <a:pt x="4960455" y="748106"/>
                </a:lnTo>
                <a:lnTo>
                  <a:pt x="5242026" y="748106"/>
                </a:lnTo>
                <a:lnTo>
                  <a:pt x="5242026" y="712901"/>
                </a:lnTo>
                <a:close/>
              </a:path>
              <a:path w="5242559" h="993775">
                <a:moveTo>
                  <a:pt x="5242026" y="479120"/>
                </a:moveTo>
                <a:lnTo>
                  <a:pt x="4960455" y="479120"/>
                </a:lnTo>
                <a:lnTo>
                  <a:pt x="4960455" y="514324"/>
                </a:lnTo>
                <a:lnTo>
                  <a:pt x="5242026" y="514324"/>
                </a:lnTo>
                <a:lnTo>
                  <a:pt x="5242026" y="479120"/>
                </a:lnTo>
                <a:close/>
              </a:path>
              <a:path w="5242559" h="993775">
                <a:moveTo>
                  <a:pt x="5242026" y="248475"/>
                </a:moveTo>
                <a:lnTo>
                  <a:pt x="4960455" y="248475"/>
                </a:lnTo>
                <a:lnTo>
                  <a:pt x="4960455" y="283730"/>
                </a:lnTo>
                <a:lnTo>
                  <a:pt x="5242026" y="283730"/>
                </a:lnTo>
                <a:lnTo>
                  <a:pt x="5242026" y="248475"/>
                </a:lnTo>
                <a:close/>
              </a:path>
              <a:path w="5242559" h="993775">
                <a:moveTo>
                  <a:pt x="5242026" y="23812"/>
                </a:moveTo>
                <a:lnTo>
                  <a:pt x="4960455" y="23812"/>
                </a:lnTo>
                <a:lnTo>
                  <a:pt x="4960455" y="59016"/>
                </a:lnTo>
                <a:lnTo>
                  <a:pt x="5242026" y="59016"/>
                </a:lnTo>
                <a:lnTo>
                  <a:pt x="5242026" y="238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1EC3ECF0-64C9-354A-1158-0863359769D6}"/>
              </a:ext>
            </a:extLst>
          </p:cNvPr>
          <p:cNvCxnSpPr>
            <a:cxnSpLocks/>
          </p:cNvCxnSpPr>
          <p:nvPr/>
        </p:nvCxnSpPr>
        <p:spPr>
          <a:xfrm>
            <a:off x="6255810" y="2021589"/>
            <a:ext cx="0" cy="1347382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ítulo 4">
            <a:extLst>
              <a:ext uri="{FF2B5EF4-FFF2-40B4-BE49-F238E27FC236}">
                <a16:creationId xmlns:a16="http://schemas.microsoft.com/office/drawing/2014/main" id="{0A685DA9-873A-1BB5-41A0-B88A3A7932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68805" y="2066925"/>
            <a:ext cx="5261832" cy="1325563"/>
          </a:xfrm>
          <a:prstGeom prst="rect">
            <a:avLst/>
          </a:prstGeom>
        </p:spPr>
        <p:txBody>
          <a:bodyPr anchor="ctr"/>
          <a:lstStyle>
            <a:lvl1pPr algn="l">
              <a:defRPr sz="4000">
                <a:solidFill>
                  <a:schemeClr val="accent6"/>
                </a:solidFill>
                <a:latin typeface="Montserrat" pitchFamily="2" charset="0"/>
              </a:defRPr>
            </a:lvl1pPr>
          </a:lstStyle>
          <a:p>
            <a:r>
              <a:rPr lang="pt-BR" dirty="0"/>
              <a:t>Nome da Escola</a:t>
            </a:r>
          </a:p>
        </p:txBody>
      </p:sp>
    </p:spTree>
    <p:extLst>
      <p:ext uri="{BB962C8B-B14F-4D97-AF65-F5344CB8AC3E}">
        <p14:creationId xmlns:p14="http://schemas.microsoft.com/office/powerpoint/2010/main" val="2473248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2">
          <p15:clr>
            <a:srgbClr val="FBAE40"/>
          </p15:clr>
        </p15:guide>
        <p15:guide id="2" pos="6332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 da Seção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Espaço Reservado para Imagem 79">
            <a:extLst>
              <a:ext uri="{FF2B5EF4-FFF2-40B4-BE49-F238E27FC236}">
                <a16:creationId xmlns:a16="http://schemas.microsoft.com/office/drawing/2014/main" id="{220648A2-9C4E-7498-70F1-D62F05C2EE9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-2700"/>
            <a:ext cx="8178207" cy="676539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pt-BR" dirty="0"/>
              <a:t>Clique no ícone para adicionar uma imagem</a:t>
            </a:r>
          </a:p>
        </p:txBody>
      </p:sp>
      <p:grpSp>
        <p:nvGrpSpPr>
          <p:cNvPr id="6" name="object 2">
            <a:extLst>
              <a:ext uri="{FF2B5EF4-FFF2-40B4-BE49-F238E27FC236}">
                <a16:creationId xmlns:a16="http://schemas.microsoft.com/office/drawing/2014/main" id="{EDE27FCD-C7D7-0048-5AD2-199C50CDAD25}"/>
              </a:ext>
            </a:extLst>
          </p:cNvPr>
          <p:cNvGrpSpPr/>
          <p:nvPr/>
        </p:nvGrpSpPr>
        <p:grpSpPr>
          <a:xfrm>
            <a:off x="9317399" y="5651103"/>
            <a:ext cx="2239693" cy="571821"/>
            <a:chOff x="15364003" y="9319087"/>
            <a:chExt cx="3693160" cy="942975"/>
          </a:xfrm>
        </p:grpSpPr>
        <p:sp>
          <p:nvSpPr>
            <p:cNvPr id="7" name="object 3">
              <a:extLst>
                <a:ext uri="{FF2B5EF4-FFF2-40B4-BE49-F238E27FC236}">
                  <a16:creationId xmlns:a16="http://schemas.microsoft.com/office/drawing/2014/main" id="{07D429E8-68D9-9D15-068C-73CC46924C94}"/>
                </a:ext>
              </a:extLst>
            </p:cNvPr>
            <p:cNvSpPr/>
            <p:nvPr/>
          </p:nvSpPr>
          <p:spPr>
            <a:xfrm>
              <a:off x="15364066" y="9319087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8" name="object 4">
              <a:extLst>
                <a:ext uri="{FF2B5EF4-FFF2-40B4-BE49-F238E27FC236}">
                  <a16:creationId xmlns:a16="http://schemas.microsoft.com/office/drawing/2014/main" id="{F4EA0AB3-8B49-1614-9537-7EC781C6EDF3}"/>
                </a:ext>
              </a:extLst>
            </p:cNvPr>
            <p:cNvSpPr/>
            <p:nvPr/>
          </p:nvSpPr>
          <p:spPr>
            <a:xfrm>
              <a:off x="15364003" y="9439611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4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4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4">
                  <a:moveTo>
                    <a:pt x="198348" y="337553"/>
                  </a:moveTo>
                  <a:lnTo>
                    <a:pt x="0" y="337553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53"/>
                  </a:lnTo>
                  <a:close/>
                </a:path>
                <a:path w="3693159" h="700404">
                  <a:moveTo>
                    <a:pt x="198348" y="175056"/>
                  </a:moveTo>
                  <a:lnTo>
                    <a:pt x="0" y="175056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56"/>
                  </a:lnTo>
                  <a:close/>
                </a:path>
                <a:path w="3693159" h="700404">
                  <a:moveTo>
                    <a:pt x="198348" y="16802"/>
                  </a:moveTo>
                  <a:lnTo>
                    <a:pt x="0" y="16802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802"/>
                  </a:lnTo>
                  <a:close/>
                </a:path>
                <a:path w="3693159" h="700404">
                  <a:moveTo>
                    <a:pt x="908519" y="161366"/>
                  </a:moveTo>
                  <a:lnTo>
                    <a:pt x="906360" y="130302"/>
                  </a:lnTo>
                  <a:lnTo>
                    <a:pt x="905611" y="119291"/>
                  </a:lnTo>
                  <a:lnTo>
                    <a:pt x="892365" y="84518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17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19"/>
                  </a:lnTo>
                  <a:lnTo>
                    <a:pt x="452539" y="52793"/>
                  </a:lnTo>
                  <a:lnTo>
                    <a:pt x="416775" y="79565"/>
                  </a:lnTo>
                  <a:lnTo>
                    <a:pt x="386105" y="113106"/>
                  </a:lnTo>
                  <a:lnTo>
                    <a:pt x="361505" y="154025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47"/>
                  </a:lnTo>
                  <a:lnTo>
                    <a:pt x="410464" y="366712"/>
                  </a:lnTo>
                  <a:lnTo>
                    <a:pt x="460248" y="387235"/>
                  </a:lnTo>
                  <a:lnTo>
                    <a:pt x="508927" y="402196"/>
                  </a:lnTo>
                  <a:lnTo>
                    <a:pt x="594918" y="424522"/>
                  </a:lnTo>
                  <a:lnTo>
                    <a:pt x="628230" y="436435"/>
                  </a:lnTo>
                  <a:lnTo>
                    <a:pt x="652437" y="451904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901"/>
                  </a:lnTo>
                  <a:lnTo>
                    <a:pt x="622058" y="552831"/>
                  </a:lnTo>
                  <a:lnTo>
                    <a:pt x="587781" y="565391"/>
                  </a:lnTo>
                  <a:lnTo>
                    <a:pt x="553491" y="569569"/>
                  </a:lnTo>
                  <a:lnTo>
                    <a:pt x="508863" y="563206"/>
                  </a:lnTo>
                  <a:lnTo>
                    <a:pt x="477088" y="544449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101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31"/>
                  </a:lnTo>
                  <a:lnTo>
                    <a:pt x="425462" y="692277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89"/>
                  </a:lnTo>
                  <a:lnTo>
                    <a:pt x="829360" y="569569"/>
                  </a:lnTo>
                  <a:lnTo>
                    <a:pt x="848944" y="535825"/>
                  </a:lnTo>
                  <a:lnTo>
                    <a:pt x="863396" y="491413"/>
                  </a:lnTo>
                  <a:lnTo>
                    <a:pt x="869175" y="436968"/>
                  </a:lnTo>
                  <a:lnTo>
                    <a:pt x="862241" y="393585"/>
                  </a:lnTo>
                  <a:lnTo>
                    <a:pt x="844702" y="359727"/>
                  </a:lnTo>
                  <a:lnTo>
                    <a:pt x="786168" y="314401"/>
                  </a:lnTo>
                  <a:lnTo>
                    <a:pt x="749376" y="299821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18"/>
                  </a:lnTo>
                  <a:lnTo>
                    <a:pt x="566496" y="244424"/>
                  </a:lnTo>
                  <a:lnTo>
                    <a:pt x="545185" y="222923"/>
                  </a:lnTo>
                  <a:lnTo>
                    <a:pt x="541693" y="191719"/>
                  </a:lnTo>
                  <a:lnTo>
                    <a:pt x="553224" y="167982"/>
                  </a:lnTo>
                  <a:lnTo>
                    <a:pt x="574852" y="148437"/>
                  </a:lnTo>
                  <a:lnTo>
                    <a:pt x="603161" y="135178"/>
                  </a:lnTo>
                  <a:lnTo>
                    <a:pt x="634758" y="130302"/>
                  </a:lnTo>
                  <a:lnTo>
                    <a:pt x="656818" y="131686"/>
                  </a:lnTo>
                  <a:lnTo>
                    <a:pt x="701903" y="151726"/>
                  </a:lnTo>
                  <a:lnTo>
                    <a:pt x="716381" y="192938"/>
                  </a:lnTo>
                  <a:lnTo>
                    <a:pt x="713574" y="211264"/>
                  </a:lnTo>
                  <a:lnTo>
                    <a:pt x="899693" y="211264"/>
                  </a:lnTo>
                  <a:lnTo>
                    <a:pt x="908519" y="161366"/>
                  </a:lnTo>
                  <a:close/>
                </a:path>
                <a:path w="3693159" h="700404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39"/>
                  </a:lnTo>
                  <a:lnTo>
                    <a:pt x="1438135" y="685939"/>
                  </a:lnTo>
                  <a:lnTo>
                    <a:pt x="1465884" y="555612"/>
                  </a:lnTo>
                  <a:lnTo>
                    <a:pt x="1140129" y="555612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68"/>
                  </a:lnTo>
                  <a:lnTo>
                    <a:pt x="1197978" y="282968"/>
                  </a:lnTo>
                  <a:lnTo>
                    <a:pt x="1227455" y="144246"/>
                  </a:lnTo>
                  <a:lnTo>
                    <a:pt x="1553210" y="144246"/>
                  </a:lnTo>
                  <a:lnTo>
                    <a:pt x="1580972" y="13944"/>
                  </a:lnTo>
                  <a:close/>
                </a:path>
                <a:path w="3693159" h="700404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87"/>
                  </a:lnTo>
                  <a:lnTo>
                    <a:pt x="2065553" y="514692"/>
                  </a:lnTo>
                  <a:lnTo>
                    <a:pt x="1984070" y="171284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39"/>
                  </a:lnTo>
                  <a:lnTo>
                    <a:pt x="1710817" y="685939"/>
                  </a:lnTo>
                  <a:lnTo>
                    <a:pt x="1820189" y="171284"/>
                  </a:lnTo>
                  <a:lnTo>
                    <a:pt x="1822030" y="171284"/>
                  </a:lnTo>
                  <a:lnTo>
                    <a:pt x="1940687" y="685939"/>
                  </a:lnTo>
                  <a:lnTo>
                    <a:pt x="2198497" y="685939"/>
                  </a:lnTo>
                  <a:lnTo>
                    <a:pt x="2234895" y="514692"/>
                  </a:lnTo>
                  <a:lnTo>
                    <a:pt x="2341346" y="13944"/>
                  </a:lnTo>
                  <a:close/>
                </a:path>
                <a:path w="3693159" h="700404">
                  <a:moveTo>
                    <a:pt x="3024949" y="685939"/>
                  </a:moveTo>
                  <a:lnTo>
                    <a:pt x="3001048" y="554697"/>
                  </a:lnTo>
                  <a:lnTo>
                    <a:pt x="2977324" y="424408"/>
                  </a:lnTo>
                  <a:lnTo>
                    <a:pt x="2926461" y="145161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408"/>
                  </a:lnTo>
                  <a:lnTo>
                    <a:pt x="2600248" y="424408"/>
                  </a:lnTo>
                  <a:lnTo>
                    <a:pt x="2750858" y="145161"/>
                  </a:lnTo>
                  <a:lnTo>
                    <a:pt x="2753639" y="145161"/>
                  </a:lnTo>
                  <a:lnTo>
                    <a:pt x="2779877" y="424408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39"/>
                  </a:lnTo>
                  <a:lnTo>
                    <a:pt x="2453513" y="685939"/>
                  </a:lnTo>
                  <a:lnTo>
                    <a:pt x="2525153" y="554697"/>
                  </a:lnTo>
                  <a:lnTo>
                    <a:pt x="2797873" y="554697"/>
                  </a:lnTo>
                  <a:lnTo>
                    <a:pt x="2814612" y="685939"/>
                  </a:lnTo>
                  <a:lnTo>
                    <a:pt x="3024949" y="685939"/>
                  </a:lnTo>
                  <a:close/>
                </a:path>
                <a:path w="3693159" h="700404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39"/>
                  </a:lnTo>
                  <a:lnTo>
                    <a:pt x="3281819" y="685939"/>
                  </a:lnTo>
                  <a:lnTo>
                    <a:pt x="3424669" y="13944"/>
                  </a:lnTo>
                  <a:close/>
                </a:path>
                <a:path w="3693159" h="700404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4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4">
                  <a:moveTo>
                    <a:pt x="3692918" y="337553"/>
                  </a:moveTo>
                  <a:lnTo>
                    <a:pt x="3494570" y="337553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53"/>
                  </a:lnTo>
                  <a:close/>
                </a:path>
                <a:path w="3693159" h="700404">
                  <a:moveTo>
                    <a:pt x="3692918" y="175056"/>
                  </a:moveTo>
                  <a:lnTo>
                    <a:pt x="3494570" y="175056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56"/>
                  </a:lnTo>
                  <a:close/>
                </a:path>
                <a:path w="3693159" h="700404">
                  <a:moveTo>
                    <a:pt x="3692918" y="16802"/>
                  </a:moveTo>
                  <a:lnTo>
                    <a:pt x="3494570" y="16802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8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9" name="object 5">
            <a:extLst>
              <a:ext uri="{FF2B5EF4-FFF2-40B4-BE49-F238E27FC236}">
                <a16:creationId xmlns:a16="http://schemas.microsoft.com/office/drawing/2014/main" id="{CA716CCF-061D-5D22-88FC-729815D3571E}"/>
              </a:ext>
            </a:extLst>
          </p:cNvPr>
          <p:cNvSpPr/>
          <p:nvPr/>
        </p:nvSpPr>
        <p:spPr>
          <a:xfrm>
            <a:off x="10890250" y="158739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CC47D8D0-CE6D-7864-73C5-DF9B21534924}"/>
              </a:ext>
            </a:extLst>
          </p:cNvPr>
          <p:cNvSpPr/>
          <p:nvPr/>
        </p:nvSpPr>
        <p:spPr>
          <a:xfrm>
            <a:off x="11049000" y="158739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" name="object 7">
            <a:extLst>
              <a:ext uri="{FF2B5EF4-FFF2-40B4-BE49-F238E27FC236}">
                <a16:creationId xmlns:a16="http://schemas.microsoft.com/office/drawing/2014/main" id="{3B4C1751-F5B8-1E37-2A19-6BB3092C4325}"/>
              </a:ext>
            </a:extLst>
          </p:cNvPr>
          <p:cNvSpPr/>
          <p:nvPr/>
        </p:nvSpPr>
        <p:spPr>
          <a:xfrm>
            <a:off x="11207750" y="158739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" name="object 8">
            <a:extLst>
              <a:ext uri="{FF2B5EF4-FFF2-40B4-BE49-F238E27FC236}">
                <a16:creationId xmlns:a16="http://schemas.microsoft.com/office/drawing/2014/main" id="{09C31FB6-E429-8A14-93CE-DF984DF7A62A}"/>
              </a:ext>
            </a:extLst>
          </p:cNvPr>
          <p:cNvSpPr/>
          <p:nvPr/>
        </p:nvSpPr>
        <p:spPr>
          <a:xfrm>
            <a:off x="11366500" y="158739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" name="object 9">
            <a:extLst>
              <a:ext uri="{FF2B5EF4-FFF2-40B4-BE49-F238E27FC236}">
                <a16:creationId xmlns:a16="http://schemas.microsoft.com/office/drawing/2014/main" id="{EAB4594B-ECF8-AC0F-CD05-22114948319B}"/>
              </a:ext>
            </a:extLst>
          </p:cNvPr>
          <p:cNvSpPr/>
          <p:nvPr/>
        </p:nvSpPr>
        <p:spPr>
          <a:xfrm>
            <a:off x="11525250" y="158739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" name="object 10">
            <a:extLst>
              <a:ext uri="{FF2B5EF4-FFF2-40B4-BE49-F238E27FC236}">
                <a16:creationId xmlns:a16="http://schemas.microsoft.com/office/drawing/2014/main" id="{F9F0E179-3362-D736-4DC8-88E73A17C975}"/>
              </a:ext>
            </a:extLst>
          </p:cNvPr>
          <p:cNvSpPr/>
          <p:nvPr/>
        </p:nvSpPr>
        <p:spPr>
          <a:xfrm>
            <a:off x="11683999" y="158739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" name="object 11">
            <a:extLst>
              <a:ext uri="{FF2B5EF4-FFF2-40B4-BE49-F238E27FC236}">
                <a16:creationId xmlns:a16="http://schemas.microsoft.com/office/drawing/2014/main" id="{6200542C-D6BB-C1FB-0757-057AF4E6B873}"/>
              </a:ext>
            </a:extLst>
          </p:cNvPr>
          <p:cNvSpPr/>
          <p:nvPr/>
        </p:nvSpPr>
        <p:spPr>
          <a:xfrm>
            <a:off x="11842750" y="158739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" name="object 12">
            <a:extLst>
              <a:ext uri="{FF2B5EF4-FFF2-40B4-BE49-F238E27FC236}">
                <a16:creationId xmlns:a16="http://schemas.microsoft.com/office/drawing/2014/main" id="{F937E345-2E9C-EB31-41FA-1230723A3512}"/>
              </a:ext>
            </a:extLst>
          </p:cNvPr>
          <p:cNvSpPr/>
          <p:nvPr/>
        </p:nvSpPr>
        <p:spPr>
          <a:xfrm>
            <a:off x="12001500" y="158739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" name="object 13">
            <a:extLst>
              <a:ext uri="{FF2B5EF4-FFF2-40B4-BE49-F238E27FC236}">
                <a16:creationId xmlns:a16="http://schemas.microsoft.com/office/drawing/2014/main" id="{B4972E44-C6F9-27C6-A22F-CA4D7A572F3C}"/>
              </a:ext>
            </a:extLst>
          </p:cNvPr>
          <p:cNvSpPr/>
          <p:nvPr/>
        </p:nvSpPr>
        <p:spPr>
          <a:xfrm>
            <a:off x="10890250" y="317478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" name="object 14">
            <a:extLst>
              <a:ext uri="{FF2B5EF4-FFF2-40B4-BE49-F238E27FC236}">
                <a16:creationId xmlns:a16="http://schemas.microsoft.com/office/drawing/2014/main" id="{BB8ACC35-6CDD-AD36-2E76-920009E4B281}"/>
              </a:ext>
            </a:extLst>
          </p:cNvPr>
          <p:cNvSpPr/>
          <p:nvPr/>
        </p:nvSpPr>
        <p:spPr>
          <a:xfrm>
            <a:off x="11049000" y="317478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" name="object 15">
            <a:extLst>
              <a:ext uri="{FF2B5EF4-FFF2-40B4-BE49-F238E27FC236}">
                <a16:creationId xmlns:a16="http://schemas.microsoft.com/office/drawing/2014/main" id="{1F376876-0D51-9F6E-F02C-97C14453FDF5}"/>
              </a:ext>
            </a:extLst>
          </p:cNvPr>
          <p:cNvSpPr/>
          <p:nvPr/>
        </p:nvSpPr>
        <p:spPr>
          <a:xfrm>
            <a:off x="11207750" y="317478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" name="object 16">
            <a:extLst>
              <a:ext uri="{FF2B5EF4-FFF2-40B4-BE49-F238E27FC236}">
                <a16:creationId xmlns:a16="http://schemas.microsoft.com/office/drawing/2014/main" id="{7B41DF31-9C8E-BC84-B1AF-F256C616D332}"/>
              </a:ext>
            </a:extLst>
          </p:cNvPr>
          <p:cNvSpPr/>
          <p:nvPr/>
        </p:nvSpPr>
        <p:spPr>
          <a:xfrm>
            <a:off x="11366500" y="317478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" name="object 17">
            <a:extLst>
              <a:ext uri="{FF2B5EF4-FFF2-40B4-BE49-F238E27FC236}">
                <a16:creationId xmlns:a16="http://schemas.microsoft.com/office/drawing/2014/main" id="{4D1FE2A0-AED9-CD5B-8AD3-71A3EC9D4802}"/>
              </a:ext>
            </a:extLst>
          </p:cNvPr>
          <p:cNvSpPr/>
          <p:nvPr/>
        </p:nvSpPr>
        <p:spPr>
          <a:xfrm>
            <a:off x="11525250" y="317478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2" name="object 18">
            <a:extLst>
              <a:ext uri="{FF2B5EF4-FFF2-40B4-BE49-F238E27FC236}">
                <a16:creationId xmlns:a16="http://schemas.microsoft.com/office/drawing/2014/main" id="{8052C02E-23F9-9DC2-854C-9118080FE893}"/>
              </a:ext>
            </a:extLst>
          </p:cNvPr>
          <p:cNvSpPr/>
          <p:nvPr/>
        </p:nvSpPr>
        <p:spPr>
          <a:xfrm>
            <a:off x="11683999" y="317478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3" name="object 19">
            <a:extLst>
              <a:ext uri="{FF2B5EF4-FFF2-40B4-BE49-F238E27FC236}">
                <a16:creationId xmlns:a16="http://schemas.microsoft.com/office/drawing/2014/main" id="{3A52FDDD-B9AE-8916-02F9-2B38A8196638}"/>
              </a:ext>
            </a:extLst>
          </p:cNvPr>
          <p:cNvSpPr/>
          <p:nvPr/>
        </p:nvSpPr>
        <p:spPr>
          <a:xfrm>
            <a:off x="11842750" y="317478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4" name="object 20">
            <a:extLst>
              <a:ext uri="{FF2B5EF4-FFF2-40B4-BE49-F238E27FC236}">
                <a16:creationId xmlns:a16="http://schemas.microsoft.com/office/drawing/2014/main" id="{8B6B1461-52A3-33BF-FEE7-0A762A81EA34}"/>
              </a:ext>
            </a:extLst>
          </p:cNvPr>
          <p:cNvSpPr/>
          <p:nvPr/>
        </p:nvSpPr>
        <p:spPr>
          <a:xfrm>
            <a:off x="12001500" y="317478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5" name="object 21">
            <a:extLst>
              <a:ext uri="{FF2B5EF4-FFF2-40B4-BE49-F238E27FC236}">
                <a16:creationId xmlns:a16="http://schemas.microsoft.com/office/drawing/2014/main" id="{17F9AA7C-2FC3-1BB9-46BE-FE1BE920FB88}"/>
              </a:ext>
            </a:extLst>
          </p:cNvPr>
          <p:cNvSpPr/>
          <p:nvPr/>
        </p:nvSpPr>
        <p:spPr>
          <a:xfrm>
            <a:off x="10890250" y="476217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6" name="object 22">
            <a:extLst>
              <a:ext uri="{FF2B5EF4-FFF2-40B4-BE49-F238E27FC236}">
                <a16:creationId xmlns:a16="http://schemas.microsoft.com/office/drawing/2014/main" id="{B6E0E92F-810D-FCEC-FE34-1E3907B4EE7A}"/>
              </a:ext>
            </a:extLst>
          </p:cNvPr>
          <p:cNvSpPr/>
          <p:nvPr/>
        </p:nvSpPr>
        <p:spPr>
          <a:xfrm>
            <a:off x="11049000" y="476217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7" name="object 23">
            <a:extLst>
              <a:ext uri="{FF2B5EF4-FFF2-40B4-BE49-F238E27FC236}">
                <a16:creationId xmlns:a16="http://schemas.microsoft.com/office/drawing/2014/main" id="{CCA286AE-5B64-A5AC-05B4-891CC4994074}"/>
              </a:ext>
            </a:extLst>
          </p:cNvPr>
          <p:cNvSpPr/>
          <p:nvPr/>
        </p:nvSpPr>
        <p:spPr>
          <a:xfrm>
            <a:off x="11207750" y="476217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8" name="object 24">
            <a:extLst>
              <a:ext uri="{FF2B5EF4-FFF2-40B4-BE49-F238E27FC236}">
                <a16:creationId xmlns:a16="http://schemas.microsoft.com/office/drawing/2014/main" id="{63423953-FAC4-6DD8-374F-B2D7F74EC5EC}"/>
              </a:ext>
            </a:extLst>
          </p:cNvPr>
          <p:cNvSpPr/>
          <p:nvPr/>
        </p:nvSpPr>
        <p:spPr>
          <a:xfrm>
            <a:off x="11366500" y="476217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9" name="object 25">
            <a:extLst>
              <a:ext uri="{FF2B5EF4-FFF2-40B4-BE49-F238E27FC236}">
                <a16:creationId xmlns:a16="http://schemas.microsoft.com/office/drawing/2014/main" id="{1B1C79E1-EE60-E852-3F34-23ECD6BD5142}"/>
              </a:ext>
            </a:extLst>
          </p:cNvPr>
          <p:cNvSpPr/>
          <p:nvPr/>
        </p:nvSpPr>
        <p:spPr>
          <a:xfrm>
            <a:off x="11525250" y="476217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0" name="object 26">
            <a:extLst>
              <a:ext uri="{FF2B5EF4-FFF2-40B4-BE49-F238E27FC236}">
                <a16:creationId xmlns:a16="http://schemas.microsoft.com/office/drawing/2014/main" id="{2BC299C2-27EA-24E1-C699-ADA9FAE2C606}"/>
              </a:ext>
            </a:extLst>
          </p:cNvPr>
          <p:cNvSpPr/>
          <p:nvPr/>
        </p:nvSpPr>
        <p:spPr>
          <a:xfrm>
            <a:off x="11683999" y="476217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1" name="object 27">
            <a:extLst>
              <a:ext uri="{FF2B5EF4-FFF2-40B4-BE49-F238E27FC236}">
                <a16:creationId xmlns:a16="http://schemas.microsoft.com/office/drawing/2014/main" id="{7E803561-CB38-09E5-9E1B-D0E9EE562022}"/>
              </a:ext>
            </a:extLst>
          </p:cNvPr>
          <p:cNvSpPr/>
          <p:nvPr/>
        </p:nvSpPr>
        <p:spPr>
          <a:xfrm>
            <a:off x="11842750" y="476217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2" name="object 28">
            <a:extLst>
              <a:ext uri="{FF2B5EF4-FFF2-40B4-BE49-F238E27FC236}">
                <a16:creationId xmlns:a16="http://schemas.microsoft.com/office/drawing/2014/main" id="{958C0AD8-6EAD-AE95-A729-8994E28598C9}"/>
              </a:ext>
            </a:extLst>
          </p:cNvPr>
          <p:cNvSpPr/>
          <p:nvPr/>
        </p:nvSpPr>
        <p:spPr>
          <a:xfrm>
            <a:off x="12001500" y="476217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3" name="object 29">
            <a:extLst>
              <a:ext uri="{FF2B5EF4-FFF2-40B4-BE49-F238E27FC236}">
                <a16:creationId xmlns:a16="http://schemas.microsoft.com/office/drawing/2014/main" id="{5A12FC54-375C-E7E2-FB94-AB96DC094291}"/>
              </a:ext>
            </a:extLst>
          </p:cNvPr>
          <p:cNvSpPr/>
          <p:nvPr/>
        </p:nvSpPr>
        <p:spPr>
          <a:xfrm>
            <a:off x="10890250" y="634956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4" name="object 30">
            <a:extLst>
              <a:ext uri="{FF2B5EF4-FFF2-40B4-BE49-F238E27FC236}">
                <a16:creationId xmlns:a16="http://schemas.microsoft.com/office/drawing/2014/main" id="{A3DBE5F1-06A3-4F35-0F82-D2CD7C0ED4E1}"/>
              </a:ext>
            </a:extLst>
          </p:cNvPr>
          <p:cNvSpPr/>
          <p:nvPr/>
        </p:nvSpPr>
        <p:spPr>
          <a:xfrm>
            <a:off x="11049000" y="634956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5" name="object 31">
            <a:extLst>
              <a:ext uri="{FF2B5EF4-FFF2-40B4-BE49-F238E27FC236}">
                <a16:creationId xmlns:a16="http://schemas.microsoft.com/office/drawing/2014/main" id="{DA532C55-752C-0B04-4AD1-9264C9AFC0EE}"/>
              </a:ext>
            </a:extLst>
          </p:cNvPr>
          <p:cNvSpPr/>
          <p:nvPr/>
        </p:nvSpPr>
        <p:spPr>
          <a:xfrm>
            <a:off x="11207750" y="634956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6" name="object 32">
            <a:extLst>
              <a:ext uri="{FF2B5EF4-FFF2-40B4-BE49-F238E27FC236}">
                <a16:creationId xmlns:a16="http://schemas.microsoft.com/office/drawing/2014/main" id="{7F0AEBFD-E743-3021-56DF-4948CE41CE61}"/>
              </a:ext>
            </a:extLst>
          </p:cNvPr>
          <p:cNvSpPr/>
          <p:nvPr/>
        </p:nvSpPr>
        <p:spPr>
          <a:xfrm>
            <a:off x="11366500" y="634956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7" name="object 33">
            <a:extLst>
              <a:ext uri="{FF2B5EF4-FFF2-40B4-BE49-F238E27FC236}">
                <a16:creationId xmlns:a16="http://schemas.microsoft.com/office/drawing/2014/main" id="{6AE9B6C1-CEEA-5FDA-F3E9-8E1CEFA131EC}"/>
              </a:ext>
            </a:extLst>
          </p:cNvPr>
          <p:cNvSpPr/>
          <p:nvPr/>
        </p:nvSpPr>
        <p:spPr>
          <a:xfrm>
            <a:off x="11525250" y="634956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8" name="object 34">
            <a:extLst>
              <a:ext uri="{FF2B5EF4-FFF2-40B4-BE49-F238E27FC236}">
                <a16:creationId xmlns:a16="http://schemas.microsoft.com/office/drawing/2014/main" id="{58F0CDAA-510C-57A3-D168-1C6FF0E94E94}"/>
              </a:ext>
            </a:extLst>
          </p:cNvPr>
          <p:cNvSpPr/>
          <p:nvPr/>
        </p:nvSpPr>
        <p:spPr>
          <a:xfrm>
            <a:off x="11683999" y="634956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9" name="object 35">
            <a:extLst>
              <a:ext uri="{FF2B5EF4-FFF2-40B4-BE49-F238E27FC236}">
                <a16:creationId xmlns:a16="http://schemas.microsoft.com/office/drawing/2014/main" id="{693EDFB9-E6C7-2625-4C55-3EAB7E34A5D7}"/>
              </a:ext>
            </a:extLst>
          </p:cNvPr>
          <p:cNvSpPr/>
          <p:nvPr/>
        </p:nvSpPr>
        <p:spPr>
          <a:xfrm>
            <a:off x="11842750" y="634956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0" name="object 36">
            <a:extLst>
              <a:ext uri="{FF2B5EF4-FFF2-40B4-BE49-F238E27FC236}">
                <a16:creationId xmlns:a16="http://schemas.microsoft.com/office/drawing/2014/main" id="{A9484FE9-F239-3F5E-881B-098DE9F2A89D}"/>
              </a:ext>
            </a:extLst>
          </p:cNvPr>
          <p:cNvSpPr/>
          <p:nvPr/>
        </p:nvSpPr>
        <p:spPr>
          <a:xfrm>
            <a:off x="12001500" y="634956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1" name="object 37">
            <a:extLst>
              <a:ext uri="{FF2B5EF4-FFF2-40B4-BE49-F238E27FC236}">
                <a16:creationId xmlns:a16="http://schemas.microsoft.com/office/drawing/2014/main" id="{A533407E-73A6-7D5D-9C47-5D18D580BA5F}"/>
              </a:ext>
            </a:extLst>
          </p:cNvPr>
          <p:cNvSpPr/>
          <p:nvPr/>
        </p:nvSpPr>
        <p:spPr>
          <a:xfrm>
            <a:off x="10890250" y="793694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2" name="object 38">
            <a:extLst>
              <a:ext uri="{FF2B5EF4-FFF2-40B4-BE49-F238E27FC236}">
                <a16:creationId xmlns:a16="http://schemas.microsoft.com/office/drawing/2014/main" id="{B062BBCE-DCCC-7071-6E35-C6BA26704AF8}"/>
              </a:ext>
            </a:extLst>
          </p:cNvPr>
          <p:cNvSpPr/>
          <p:nvPr/>
        </p:nvSpPr>
        <p:spPr>
          <a:xfrm>
            <a:off x="11049000" y="793694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3" name="object 39">
            <a:extLst>
              <a:ext uri="{FF2B5EF4-FFF2-40B4-BE49-F238E27FC236}">
                <a16:creationId xmlns:a16="http://schemas.microsoft.com/office/drawing/2014/main" id="{2D72F515-F281-4B2D-81B7-DA0B0B806CAD}"/>
              </a:ext>
            </a:extLst>
          </p:cNvPr>
          <p:cNvSpPr/>
          <p:nvPr/>
        </p:nvSpPr>
        <p:spPr>
          <a:xfrm>
            <a:off x="11207750" y="793694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4" name="object 40">
            <a:extLst>
              <a:ext uri="{FF2B5EF4-FFF2-40B4-BE49-F238E27FC236}">
                <a16:creationId xmlns:a16="http://schemas.microsoft.com/office/drawing/2014/main" id="{F1BFD08A-B451-9893-0E1C-537384CD65A6}"/>
              </a:ext>
            </a:extLst>
          </p:cNvPr>
          <p:cNvSpPr/>
          <p:nvPr/>
        </p:nvSpPr>
        <p:spPr>
          <a:xfrm>
            <a:off x="11366500" y="793694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5" name="object 41">
            <a:extLst>
              <a:ext uri="{FF2B5EF4-FFF2-40B4-BE49-F238E27FC236}">
                <a16:creationId xmlns:a16="http://schemas.microsoft.com/office/drawing/2014/main" id="{7122BDFC-82DE-6742-0096-6F4D91FBF7E4}"/>
              </a:ext>
            </a:extLst>
          </p:cNvPr>
          <p:cNvSpPr/>
          <p:nvPr/>
        </p:nvSpPr>
        <p:spPr>
          <a:xfrm>
            <a:off x="11525250" y="793694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6" name="object 42">
            <a:extLst>
              <a:ext uri="{FF2B5EF4-FFF2-40B4-BE49-F238E27FC236}">
                <a16:creationId xmlns:a16="http://schemas.microsoft.com/office/drawing/2014/main" id="{86CB6FD5-7C1F-FD63-CC8D-AC448ECA0A25}"/>
              </a:ext>
            </a:extLst>
          </p:cNvPr>
          <p:cNvSpPr/>
          <p:nvPr/>
        </p:nvSpPr>
        <p:spPr>
          <a:xfrm>
            <a:off x="11683999" y="793694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7" name="object 43">
            <a:extLst>
              <a:ext uri="{FF2B5EF4-FFF2-40B4-BE49-F238E27FC236}">
                <a16:creationId xmlns:a16="http://schemas.microsoft.com/office/drawing/2014/main" id="{CA3F91CB-47B6-A8E9-F925-81539A23ED38}"/>
              </a:ext>
            </a:extLst>
          </p:cNvPr>
          <p:cNvSpPr/>
          <p:nvPr/>
        </p:nvSpPr>
        <p:spPr>
          <a:xfrm>
            <a:off x="11842750" y="793694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8" name="object 44">
            <a:extLst>
              <a:ext uri="{FF2B5EF4-FFF2-40B4-BE49-F238E27FC236}">
                <a16:creationId xmlns:a16="http://schemas.microsoft.com/office/drawing/2014/main" id="{F782572C-0230-12AB-C42A-402CBCEF999F}"/>
              </a:ext>
            </a:extLst>
          </p:cNvPr>
          <p:cNvSpPr/>
          <p:nvPr/>
        </p:nvSpPr>
        <p:spPr>
          <a:xfrm>
            <a:off x="12001500" y="793694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9" name="object 45">
            <a:extLst>
              <a:ext uri="{FF2B5EF4-FFF2-40B4-BE49-F238E27FC236}">
                <a16:creationId xmlns:a16="http://schemas.microsoft.com/office/drawing/2014/main" id="{C34DFC88-6A49-1141-C601-62154C48099C}"/>
              </a:ext>
            </a:extLst>
          </p:cNvPr>
          <p:cNvSpPr/>
          <p:nvPr/>
        </p:nvSpPr>
        <p:spPr>
          <a:xfrm>
            <a:off x="10890250" y="952433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0" name="object 46">
            <a:extLst>
              <a:ext uri="{FF2B5EF4-FFF2-40B4-BE49-F238E27FC236}">
                <a16:creationId xmlns:a16="http://schemas.microsoft.com/office/drawing/2014/main" id="{F71ECCA6-4FBE-F064-682A-ABCB57776B67}"/>
              </a:ext>
            </a:extLst>
          </p:cNvPr>
          <p:cNvSpPr/>
          <p:nvPr/>
        </p:nvSpPr>
        <p:spPr>
          <a:xfrm>
            <a:off x="11049000" y="952433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1" name="object 47">
            <a:extLst>
              <a:ext uri="{FF2B5EF4-FFF2-40B4-BE49-F238E27FC236}">
                <a16:creationId xmlns:a16="http://schemas.microsoft.com/office/drawing/2014/main" id="{0B856970-242F-DB60-71C9-33926F912FF4}"/>
              </a:ext>
            </a:extLst>
          </p:cNvPr>
          <p:cNvSpPr/>
          <p:nvPr/>
        </p:nvSpPr>
        <p:spPr>
          <a:xfrm>
            <a:off x="11207750" y="952433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2" name="object 48">
            <a:extLst>
              <a:ext uri="{FF2B5EF4-FFF2-40B4-BE49-F238E27FC236}">
                <a16:creationId xmlns:a16="http://schemas.microsoft.com/office/drawing/2014/main" id="{68CBEFC8-4C0C-53B5-A9F8-AA0F5D6DCE3F}"/>
              </a:ext>
            </a:extLst>
          </p:cNvPr>
          <p:cNvSpPr/>
          <p:nvPr/>
        </p:nvSpPr>
        <p:spPr>
          <a:xfrm>
            <a:off x="11366500" y="952433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3" name="object 49">
            <a:extLst>
              <a:ext uri="{FF2B5EF4-FFF2-40B4-BE49-F238E27FC236}">
                <a16:creationId xmlns:a16="http://schemas.microsoft.com/office/drawing/2014/main" id="{C4497BEB-C1D7-50D9-E3D7-26B0986761EF}"/>
              </a:ext>
            </a:extLst>
          </p:cNvPr>
          <p:cNvSpPr/>
          <p:nvPr/>
        </p:nvSpPr>
        <p:spPr>
          <a:xfrm>
            <a:off x="11525250" y="952433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4" name="object 50">
            <a:extLst>
              <a:ext uri="{FF2B5EF4-FFF2-40B4-BE49-F238E27FC236}">
                <a16:creationId xmlns:a16="http://schemas.microsoft.com/office/drawing/2014/main" id="{B540B3B7-F12B-0FDD-62C1-CC5BE125F44C}"/>
              </a:ext>
            </a:extLst>
          </p:cNvPr>
          <p:cNvSpPr/>
          <p:nvPr/>
        </p:nvSpPr>
        <p:spPr>
          <a:xfrm>
            <a:off x="11683999" y="952433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5" name="object 51">
            <a:extLst>
              <a:ext uri="{FF2B5EF4-FFF2-40B4-BE49-F238E27FC236}">
                <a16:creationId xmlns:a16="http://schemas.microsoft.com/office/drawing/2014/main" id="{95005584-3342-BA98-DD9B-F345680398BC}"/>
              </a:ext>
            </a:extLst>
          </p:cNvPr>
          <p:cNvSpPr/>
          <p:nvPr/>
        </p:nvSpPr>
        <p:spPr>
          <a:xfrm>
            <a:off x="11842750" y="952433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6" name="object 52">
            <a:extLst>
              <a:ext uri="{FF2B5EF4-FFF2-40B4-BE49-F238E27FC236}">
                <a16:creationId xmlns:a16="http://schemas.microsoft.com/office/drawing/2014/main" id="{96D1313D-DA8A-9988-A2D4-7D15B0CC1E5B}"/>
              </a:ext>
            </a:extLst>
          </p:cNvPr>
          <p:cNvSpPr/>
          <p:nvPr/>
        </p:nvSpPr>
        <p:spPr>
          <a:xfrm>
            <a:off x="12001500" y="952433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7" name="object 53">
            <a:extLst>
              <a:ext uri="{FF2B5EF4-FFF2-40B4-BE49-F238E27FC236}">
                <a16:creationId xmlns:a16="http://schemas.microsoft.com/office/drawing/2014/main" id="{680BFB27-E862-27DD-D4AE-D685A671A9CE}"/>
              </a:ext>
            </a:extLst>
          </p:cNvPr>
          <p:cNvSpPr/>
          <p:nvPr/>
        </p:nvSpPr>
        <p:spPr>
          <a:xfrm>
            <a:off x="10890250" y="1111173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8" name="object 54">
            <a:extLst>
              <a:ext uri="{FF2B5EF4-FFF2-40B4-BE49-F238E27FC236}">
                <a16:creationId xmlns:a16="http://schemas.microsoft.com/office/drawing/2014/main" id="{D331EE71-AFEF-A077-0853-829D0057ABA1}"/>
              </a:ext>
            </a:extLst>
          </p:cNvPr>
          <p:cNvSpPr/>
          <p:nvPr/>
        </p:nvSpPr>
        <p:spPr>
          <a:xfrm>
            <a:off x="11049000" y="1111173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9" name="object 55">
            <a:extLst>
              <a:ext uri="{FF2B5EF4-FFF2-40B4-BE49-F238E27FC236}">
                <a16:creationId xmlns:a16="http://schemas.microsoft.com/office/drawing/2014/main" id="{C24D4281-188C-CCBD-EBC5-5F233890D739}"/>
              </a:ext>
            </a:extLst>
          </p:cNvPr>
          <p:cNvSpPr/>
          <p:nvPr/>
        </p:nvSpPr>
        <p:spPr>
          <a:xfrm>
            <a:off x="11207750" y="1111173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0" name="object 56">
            <a:extLst>
              <a:ext uri="{FF2B5EF4-FFF2-40B4-BE49-F238E27FC236}">
                <a16:creationId xmlns:a16="http://schemas.microsoft.com/office/drawing/2014/main" id="{D908ECD9-A94C-ECB6-6AB1-2BAC8CBB189B}"/>
              </a:ext>
            </a:extLst>
          </p:cNvPr>
          <p:cNvSpPr/>
          <p:nvPr/>
        </p:nvSpPr>
        <p:spPr>
          <a:xfrm>
            <a:off x="11366500" y="1111173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1" name="object 57">
            <a:extLst>
              <a:ext uri="{FF2B5EF4-FFF2-40B4-BE49-F238E27FC236}">
                <a16:creationId xmlns:a16="http://schemas.microsoft.com/office/drawing/2014/main" id="{90740184-67EB-9EAD-9110-529C37807844}"/>
              </a:ext>
            </a:extLst>
          </p:cNvPr>
          <p:cNvSpPr/>
          <p:nvPr/>
        </p:nvSpPr>
        <p:spPr>
          <a:xfrm>
            <a:off x="11525250" y="1111173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2" name="object 58">
            <a:extLst>
              <a:ext uri="{FF2B5EF4-FFF2-40B4-BE49-F238E27FC236}">
                <a16:creationId xmlns:a16="http://schemas.microsoft.com/office/drawing/2014/main" id="{2E7EC7A7-2926-2DA2-ED16-69225317B21E}"/>
              </a:ext>
            </a:extLst>
          </p:cNvPr>
          <p:cNvSpPr/>
          <p:nvPr/>
        </p:nvSpPr>
        <p:spPr>
          <a:xfrm>
            <a:off x="11683999" y="1111173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3" name="object 59">
            <a:extLst>
              <a:ext uri="{FF2B5EF4-FFF2-40B4-BE49-F238E27FC236}">
                <a16:creationId xmlns:a16="http://schemas.microsoft.com/office/drawing/2014/main" id="{DB95C18C-78C7-7661-2AAF-6F6400424472}"/>
              </a:ext>
            </a:extLst>
          </p:cNvPr>
          <p:cNvSpPr/>
          <p:nvPr/>
        </p:nvSpPr>
        <p:spPr>
          <a:xfrm>
            <a:off x="11842750" y="1111173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4" name="object 60">
            <a:extLst>
              <a:ext uri="{FF2B5EF4-FFF2-40B4-BE49-F238E27FC236}">
                <a16:creationId xmlns:a16="http://schemas.microsoft.com/office/drawing/2014/main" id="{8662BDA2-3A8B-537B-1A5B-019676E97619}"/>
              </a:ext>
            </a:extLst>
          </p:cNvPr>
          <p:cNvSpPr/>
          <p:nvPr/>
        </p:nvSpPr>
        <p:spPr>
          <a:xfrm>
            <a:off x="12001500" y="1111173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5" name="object 61">
            <a:extLst>
              <a:ext uri="{FF2B5EF4-FFF2-40B4-BE49-F238E27FC236}">
                <a16:creationId xmlns:a16="http://schemas.microsoft.com/office/drawing/2014/main" id="{88327ABE-B673-04C3-22EA-C3746ED78949}"/>
              </a:ext>
            </a:extLst>
          </p:cNvPr>
          <p:cNvSpPr/>
          <p:nvPr/>
        </p:nvSpPr>
        <p:spPr>
          <a:xfrm>
            <a:off x="10890250" y="1269911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6" name="object 62">
            <a:extLst>
              <a:ext uri="{FF2B5EF4-FFF2-40B4-BE49-F238E27FC236}">
                <a16:creationId xmlns:a16="http://schemas.microsoft.com/office/drawing/2014/main" id="{F9FF3B77-B69D-D74E-809C-A92A505BA6E1}"/>
              </a:ext>
            </a:extLst>
          </p:cNvPr>
          <p:cNvSpPr/>
          <p:nvPr/>
        </p:nvSpPr>
        <p:spPr>
          <a:xfrm>
            <a:off x="11049000" y="1269911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7" name="object 63">
            <a:extLst>
              <a:ext uri="{FF2B5EF4-FFF2-40B4-BE49-F238E27FC236}">
                <a16:creationId xmlns:a16="http://schemas.microsoft.com/office/drawing/2014/main" id="{C6FB5EB9-7843-386A-DEE9-D0B131C6E6FB}"/>
              </a:ext>
            </a:extLst>
          </p:cNvPr>
          <p:cNvSpPr/>
          <p:nvPr/>
        </p:nvSpPr>
        <p:spPr>
          <a:xfrm>
            <a:off x="11207750" y="1269911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8" name="object 64">
            <a:extLst>
              <a:ext uri="{FF2B5EF4-FFF2-40B4-BE49-F238E27FC236}">
                <a16:creationId xmlns:a16="http://schemas.microsoft.com/office/drawing/2014/main" id="{5904F987-AC1D-8F45-EDC5-C68421290F74}"/>
              </a:ext>
            </a:extLst>
          </p:cNvPr>
          <p:cNvSpPr/>
          <p:nvPr/>
        </p:nvSpPr>
        <p:spPr>
          <a:xfrm>
            <a:off x="11366500" y="1269911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9" name="object 65">
            <a:extLst>
              <a:ext uri="{FF2B5EF4-FFF2-40B4-BE49-F238E27FC236}">
                <a16:creationId xmlns:a16="http://schemas.microsoft.com/office/drawing/2014/main" id="{ACA4B6BA-34C0-ADAD-8074-1066BCF35E36}"/>
              </a:ext>
            </a:extLst>
          </p:cNvPr>
          <p:cNvSpPr/>
          <p:nvPr/>
        </p:nvSpPr>
        <p:spPr>
          <a:xfrm>
            <a:off x="11525250" y="1269911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0" name="object 66">
            <a:extLst>
              <a:ext uri="{FF2B5EF4-FFF2-40B4-BE49-F238E27FC236}">
                <a16:creationId xmlns:a16="http://schemas.microsoft.com/office/drawing/2014/main" id="{93F5C77E-E559-5C34-8701-97FDED0CC2C2}"/>
              </a:ext>
            </a:extLst>
          </p:cNvPr>
          <p:cNvSpPr/>
          <p:nvPr/>
        </p:nvSpPr>
        <p:spPr>
          <a:xfrm>
            <a:off x="11683999" y="1269911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1" name="object 67">
            <a:extLst>
              <a:ext uri="{FF2B5EF4-FFF2-40B4-BE49-F238E27FC236}">
                <a16:creationId xmlns:a16="http://schemas.microsoft.com/office/drawing/2014/main" id="{F619E9F3-AE61-1216-8BD9-9B00A24CBDF1}"/>
              </a:ext>
            </a:extLst>
          </p:cNvPr>
          <p:cNvSpPr/>
          <p:nvPr/>
        </p:nvSpPr>
        <p:spPr>
          <a:xfrm>
            <a:off x="11842750" y="1269911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2" name="object 68">
            <a:extLst>
              <a:ext uri="{FF2B5EF4-FFF2-40B4-BE49-F238E27FC236}">
                <a16:creationId xmlns:a16="http://schemas.microsoft.com/office/drawing/2014/main" id="{B3E5DE23-781D-E691-8C91-515D406AF9FD}"/>
              </a:ext>
            </a:extLst>
          </p:cNvPr>
          <p:cNvSpPr/>
          <p:nvPr/>
        </p:nvSpPr>
        <p:spPr>
          <a:xfrm>
            <a:off x="12001500" y="1269911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5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7" name="object 73">
            <a:extLst>
              <a:ext uri="{FF2B5EF4-FFF2-40B4-BE49-F238E27FC236}">
                <a16:creationId xmlns:a16="http://schemas.microsoft.com/office/drawing/2014/main" id="{1EAB7BDA-FFAB-E8AC-6ABA-7E9D62EF7485}"/>
              </a:ext>
            </a:extLst>
          </p:cNvPr>
          <p:cNvSpPr/>
          <p:nvPr/>
        </p:nvSpPr>
        <p:spPr>
          <a:xfrm>
            <a:off x="0" y="6762275"/>
            <a:ext cx="12192000" cy="954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2" name="Espaço Reservado para Texto 81">
            <a:extLst>
              <a:ext uri="{FF2B5EF4-FFF2-40B4-BE49-F238E27FC236}">
                <a16:creationId xmlns:a16="http://schemas.microsoft.com/office/drawing/2014/main" id="{7BDE3100-040F-74E2-7848-4A94A8CB199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496632" y="2379699"/>
            <a:ext cx="6336297" cy="1691761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buNone/>
              <a:defRPr sz="4800"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accent6"/>
                </a:solidFill>
              </a:defRPr>
            </a:lvl2pPr>
            <a:lvl3pPr>
              <a:defRPr>
                <a:solidFill>
                  <a:schemeClr val="accent6"/>
                </a:solidFill>
              </a:defRPr>
            </a:lvl3pPr>
            <a:lvl4pPr>
              <a:defRPr>
                <a:solidFill>
                  <a:schemeClr val="accent6"/>
                </a:solidFill>
              </a:defRPr>
            </a:lvl4pPr>
            <a:lvl5pPr>
              <a:defRPr>
                <a:solidFill>
                  <a:schemeClr val="accent6"/>
                </a:solidFill>
              </a:defRPr>
            </a:lvl5pPr>
          </a:lstStyle>
          <a:p>
            <a:pPr lvl="0"/>
            <a:r>
              <a:rPr lang="fr-FR" dirty="0"/>
              <a:t>T</a:t>
            </a:r>
            <a:r>
              <a:rPr lang="pt-BR" dirty="0"/>
              <a:t>ÍTULO DA SEÇÃO</a:t>
            </a:r>
          </a:p>
        </p:txBody>
      </p:sp>
    </p:spTree>
    <p:extLst>
      <p:ext uri="{BB962C8B-B14F-4D97-AF65-F5344CB8AC3E}">
        <p14:creationId xmlns:p14="http://schemas.microsoft.com/office/powerpoint/2010/main" val="455824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Conteúdo e Imagem à Direita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Espaço Reservado para Texto 86">
            <a:extLst>
              <a:ext uri="{FF2B5EF4-FFF2-40B4-BE49-F238E27FC236}">
                <a16:creationId xmlns:a16="http://schemas.microsoft.com/office/drawing/2014/main" id="{472235C4-1F11-D49F-4C41-B3E4D1A1710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5900" y="910678"/>
            <a:ext cx="2828462" cy="6574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r">
              <a:buNone/>
              <a:defRPr sz="2153">
                <a:latin typeface="+mj-lt"/>
              </a:defRPr>
            </a:lvl1pPr>
          </a:lstStyle>
          <a:p>
            <a:pPr lvl="0"/>
            <a:r>
              <a:rPr lang="pt-BR" dirty="0"/>
              <a:t>TÍTULO</a:t>
            </a:r>
          </a:p>
        </p:txBody>
      </p:sp>
      <p:sp>
        <p:nvSpPr>
          <p:cNvPr id="77" name="Espaço Reservado para Imagem 76">
            <a:extLst>
              <a:ext uri="{FF2B5EF4-FFF2-40B4-BE49-F238E27FC236}">
                <a16:creationId xmlns:a16="http://schemas.microsoft.com/office/drawing/2014/main" id="{B4233716-201E-CAF9-2D3D-A3455EB0BD1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517170" y="641517"/>
            <a:ext cx="8038856" cy="5587608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no ícone para adicionar uma imagem</a:t>
            </a:r>
            <a:endParaRPr lang="pt-BR" dirty="0"/>
          </a:p>
        </p:txBody>
      </p:sp>
      <p:sp>
        <p:nvSpPr>
          <p:cNvPr id="42" name="object 2">
            <a:extLst>
              <a:ext uri="{FF2B5EF4-FFF2-40B4-BE49-F238E27FC236}">
                <a16:creationId xmlns:a16="http://schemas.microsoft.com/office/drawing/2014/main" id="{85B67F57-322D-B016-6EEB-72E207B02177}"/>
              </a:ext>
            </a:extLst>
          </p:cNvPr>
          <p:cNvSpPr/>
          <p:nvPr/>
        </p:nvSpPr>
        <p:spPr>
          <a:xfrm>
            <a:off x="7620000" y="0"/>
            <a:ext cx="4572193" cy="6762504"/>
          </a:xfrm>
          <a:custGeom>
            <a:avLst/>
            <a:gdLst/>
            <a:ahLst/>
            <a:cxnLst/>
            <a:rect l="l" t="t" r="r" b="b"/>
            <a:pathLst>
              <a:path w="7539355" h="11151870">
                <a:moveTo>
                  <a:pt x="0" y="11151492"/>
                </a:moveTo>
                <a:lnTo>
                  <a:pt x="7539037" y="11151492"/>
                </a:lnTo>
                <a:lnTo>
                  <a:pt x="7539037" y="0"/>
                </a:lnTo>
                <a:lnTo>
                  <a:pt x="0" y="0"/>
                </a:lnTo>
                <a:lnTo>
                  <a:pt x="0" y="11151492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grpSp>
        <p:nvGrpSpPr>
          <p:cNvPr id="43" name="object 3">
            <a:extLst>
              <a:ext uri="{FF2B5EF4-FFF2-40B4-BE49-F238E27FC236}">
                <a16:creationId xmlns:a16="http://schemas.microsoft.com/office/drawing/2014/main" id="{E4622B44-1F60-2830-45D3-45918A306575}"/>
              </a:ext>
            </a:extLst>
          </p:cNvPr>
          <p:cNvGrpSpPr/>
          <p:nvPr/>
        </p:nvGrpSpPr>
        <p:grpSpPr>
          <a:xfrm>
            <a:off x="635000" y="5651103"/>
            <a:ext cx="2239693" cy="571821"/>
            <a:chOff x="1047088" y="9319087"/>
            <a:chExt cx="3693160" cy="942975"/>
          </a:xfrm>
        </p:grpSpPr>
        <p:sp>
          <p:nvSpPr>
            <p:cNvPr id="44" name="object 4">
              <a:extLst>
                <a:ext uri="{FF2B5EF4-FFF2-40B4-BE49-F238E27FC236}">
                  <a16:creationId xmlns:a16="http://schemas.microsoft.com/office/drawing/2014/main" id="{E3C01A24-FD3E-6967-E80E-9B7CFE08EB65}"/>
                </a:ext>
              </a:extLst>
            </p:cNvPr>
            <p:cNvSpPr/>
            <p:nvPr/>
          </p:nvSpPr>
          <p:spPr>
            <a:xfrm>
              <a:off x="1047151" y="9319087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60" h="942975">
                  <a:moveTo>
                    <a:pt x="369295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55" y="942379"/>
                  </a:lnTo>
                  <a:lnTo>
                    <a:pt x="369295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45" name="object 5">
              <a:extLst>
                <a:ext uri="{FF2B5EF4-FFF2-40B4-BE49-F238E27FC236}">
                  <a16:creationId xmlns:a16="http://schemas.microsoft.com/office/drawing/2014/main" id="{DA188E43-69BA-B5D1-7732-A6BDCC66602C}"/>
                </a:ext>
              </a:extLst>
            </p:cNvPr>
            <p:cNvSpPr/>
            <p:nvPr/>
          </p:nvSpPr>
          <p:spPr>
            <a:xfrm>
              <a:off x="1047076" y="9439611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60" h="700404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60" h="700404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60" h="700404">
                  <a:moveTo>
                    <a:pt x="198361" y="337553"/>
                  </a:moveTo>
                  <a:lnTo>
                    <a:pt x="0" y="337553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53"/>
                  </a:lnTo>
                  <a:close/>
                </a:path>
                <a:path w="3693160" h="700404">
                  <a:moveTo>
                    <a:pt x="198361" y="175056"/>
                  </a:moveTo>
                  <a:lnTo>
                    <a:pt x="0" y="175056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56"/>
                  </a:lnTo>
                  <a:close/>
                </a:path>
                <a:path w="3693160" h="700404">
                  <a:moveTo>
                    <a:pt x="198361" y="16802"/>
                  </a:moveTo>
                  <a:lnTo>
                    <a:pt x="0" y="16802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802"/>
                  </a:lnTo>
                  <a:close/>
                </a:path>
                <a:path w="3693160" h="700404">
                  <a:moveTo>
                    <a:pt x="908532" y="161366"/>
                  </a:moveTo>
                  <a:lnTo>
                    <a:pt x="905624" y="119291"/>
                  </a:lnTo>
                  <a:lnTo>
                    <a:pt x="870216" y="56515"/>
                  </a:lnTo>
                  <a:lnTo>
                    <a:pt x="804735" y="18783"/>
                  </a:lnTo>
                  <a:lnTo>
                    <a:pt x="764209" y="8001"/>
                  </a:lnTo>
                  <a:lnTo>
                    <a:pt x="720382" y="1917"/>
                  </a:lnTo>
                  <a:lnTo>
                    <a:pt x="674649" y="0"/>
                  </a:lnTo>
                  <a:lnTo>
                    <a:pt x="627659" y="1714"/>
                  </a:lnTo>
                  <a:lnTo>
                    <a:pt x="580986" y="7264"/>
                  </a:lnTo>
                  <a:lnTo>
                    <a:pt x="535622" y="17233"/>
                  </a:lnTo>
                  <a:lnTo>
                    <a:pt x="492493" y="32219"/>
                  </a:lnTo>
                  <a:lnTo>
                    <a:pt x="452564" y="52793"/>
                  </a:lnTo>
                  <a:lnTo>
                    <a:pt x="416788" y="79565"/>
                  </a:lnTo>
                  <a:lnTo>
                    <a:pt x="386118" y="113106"/>
                  </a:lnTo>
                  <a:lnTo>
                    <a:pt x="361518" y="154025"/>
                  </a:lnTo>
                  <a:lnTo>
                    <a:pt x="343941" y="202895"/>
                  </a:lnTo>
                  <a:lnTo>
                    <a:pt x="339204" y="254914"/>
                  </a:lnTo>
                  <a:lnTo>
                    <a:pt x="348361" y="300837"/>
                  </a:lnTo>
                  <a:lnTo>
                    <a:pt x="371957" y="338747"/>
                  </a:lnTo>
                  <a:lnTo>
                    <a:pt x="410489" y="366712"/>
                  </a:lnTo>
                  <a:lnTo>
                    <a:pt x="460273" y="387235"/>
                  </a:lnTo>
                  <a:lnTo>
                    <a:pt x="508939" y="402196"/>
                  </a:lnTo>
                  <a:lnTo>
                    <a:pt x="594931" y="424522"/>
                  </a:lnTo>
                  <a:lnTo>
                    <a:pt x="628256" y="436435"/>
                  </a:lnTo>
                  <a:lnTo>
                    <a:pt x="652462" y="451904"/>
                  </a:lnTo>
                  <a:lnTo>
                    <a:pt x="665543" y="473189"/>
                  </a:lnTo>
                  <a:lnTo>
                    <a:pt x="665505" y="502577"/>
                  </a:lnTo>
                  <a:lnTo>
                    <a:pt x="650049" y="531901"/>
                  </a:lnTo>
                  <a:lnTo>
                    <a:pt x="622071" y="552831"/>
                  </a:lnTo>
                  <a:lnTo>
                    <a:pt x="587806" y="565391"/>
                  </a:lnTo>
                  <a:lnTo>
                    <a:pt x="553504" y="569569"/>
                  </a:lnTo>
                  <a:lnTo>
                    <a:pt x="508876" y="563206"/>
                  </a:lnTo>
                  <a:lnTo>
                    <a:pt x="477113" y="544449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43" y="527735"/>
                  </a:lnTo>
                  <a:lnTo>
                    <a:pt x="274370" y="574230"/>
                  </a:lnTo>
                  <a:lnTo>
                    <a:pt x="289229" y="612101"/>
                  </a:lnTo>
                  <a:lnTo>
                    <a:pt x="312877" y="642086"/>
                  </a:lnTo>
                  <a:lnTo>
                    <a:pt x="344220" y="664946"/>
                  </a:lnTo>
                  <a:lnTo>
                    <a:pt x="382130" y="681431"/>
                  </a:lnTo>
                  <a:lnTo>
                    <a:pt x="425475" y="692277"/>
                  </a:lnTo>
                  <a:lnTo>
                    <a:pt x="473163" y="698233"/>
                  </a:lnTo>
                  <a:lnTo>
                    <a:pt x="524065" y="700049"/>
                  </a:lnTo>
                  <a:lnTo>
                    <a:pt x="575640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20" y="659612"/>
                  </a:lnTo>
                  <a:lnTo>
                    <a:pt x="760679" y="636625"/>
                  </a:lnTo>
                  <a:lnTo>
                    <a:pt x="796594" y="608368"/>
                  </a:lnTo>
                  <a:lnTo>
                    <a:pt x="826350" y="574789"/>
                  </a:lnTo>
                  <a:lnTo>
                    <a:pt x="848969" y="535825"/>
                  </a:lnTo>
                  <a:lnTo>
                    <a:pt x="863409" y="491413"/>
                  </a:lnTo>
                  <a:lnTo>
                    <a:pt x="869188" y="436968"/>
                  </a:lnTo>
                  <a:lnTo>
                    <a:pt x="862253" y="393585"/>
                  </a:lnTo>
                  <a:lnTo>
                    <a:pt x="844715" y="359727"/>
                  </a:lnTo>
                  <a:lnTo>
                    <a:pt x="786193" y="314401"/>
                  </a:lnTo>
                  <a:lnTo>
                    <a:pt x="749401" y="299821"/>
                  </a:lnTo>
                  <a:lnTo>
                    <a:pt x="710374" y="288569"/>
                  </a:lnTo>
                  <a:lnTo>
                    <a:pt x="634009" y="269887"/>
                  </a:lnTo>
                  <a:lnTo>
                    <a:pt x="598487" y="259118"/>
                  </a:lnTo>
                  <a:lnTo>
                    <a:pt x="566508" y="244424"/>
                  </a:lnTo>
                  <a:lnTo>
                    <a:pt x="545211" y="222923"/>
                  </a:lnTo>
                  <a:lnTo>
                    <a:pt x="541718" y="191719"/>
                  </a:lnTo>
                  <a:lnTo>
                    <a:pt x="553250" y="167982"/>
                  </a:lnTo>
                  <a:lnTo>
                    <a:pt x="574878" y="148437"/>
                  </a:lnTo>
                  <a:lnTo>
                    <a:pt x="603186" y="135178"/>
                  </a:lnTo>
                  <a:lnTo>
                    <a:pt x="634784" y="130302"/>
                  </a:lnTo>
                  <a:lnTo>
                    <a:pt x="656831" y="131686"/>
                  </a:lnTo>
                  <a:lnTo>
                    <a:pt x="701929" y="151726"/>
                  </a:lnTo>
                  <a:lnTo>
                    <a:pt x="716407" y="192938"/>
                  </a:lnTo>
                  <a:lnTo>
                    <a:pt x="713600" y="211264"/>
                  </a:lnTo>
                  <a:lnTo>
                    <a:pt x="899718" y="211264"/>
                  </a:lnTo>
                  <a:lnTo>
                    <a:pt x="908532" y="161366"/>
                  </a:lnTo>
                  <a:close/>
                </a:path>
                <a:path w="3693160" h="700404">
                  <a:moveTo>
                    <a:pt x="1580984" y="13944"/>
                  </a:moveTo>
                  <a:lnTo>
                    <a:pt x="1069111" y="13944"/>
                  </a:lnTo>
                  <a:lnTo>
                    <a:pt x="926261" y="685939"/>
                  </a:lnTo>
                  <a:lnTo>
                    <a:pt x="1438148" y="685939"/>
                  </a:lnTo>
                  <a:lnTo>
                    <a:pt x="1465910" y="555612"/>
                  </a:lnTo>
                  <a:lnTo>
                    <a:pt x="1140142" y="555612"/>
                  </a:lnTo>
                  <a:lnTo>
                    <a:pt x="1170393" y="413207"/>
                  </a:lnTo>
                  <a:lnTo>
                    <a:pt x="1470088" y="413207"/>
                  </a:lnTo>
                  <a:lnTo>
                    <a:pt x="1497698" y="282968"/>
                  </a:lnTo>
                  <a:lnTo>
                    <a:pt x="1198003" y="282968"/>
                  </a:lnTo>
                  <a:lnTo>
                    <a:pt x="1227467" y="144246"/>
                  </a:lnTo>
                  <a:lnTo>
                    <a:pt x="1553235" y="144246"/>
                  </a:lnTo>
                  <a:lnTo>
                    <a:pt x="1580984" y="13944"/>
                  </a:lnTo>
                  <a:close/>
                </a:path>
                <a:path w="3693160" h="700404">
                  <a:moveTo>
                    <a:pt x="2341359" y="13944"/>
                  </a:moveTo>
                  <a:lnTo>
                    <a:pt x="2173846" y="13944"/>
                  </a:lnTo>
                  <a:lnTo>
                    <a:pt x="2067737" y="512787"/>
                  </a:lnTo>
                  <a:lnTo>
                    <a:pt x="2065578" y="514692"/>
                  </a:lnTo>
                  <a:lnTo>
                    <a:pt x="1984095" y="171284"/>
                  </a:lnTo>
                  <a:lnTo>
                    <a:pt x="1946757" y="13944"/>
                  </a:lnTo>
                  <a:lnTo>
                    <a:pt x="1686153" y="13944"/>
                  </a:lnTo>
                  <a:lnTo>
                    <a:pt x="1543291" y="685939"/>
                  </a:lnTo>
                  <a:lnTo>
                    <a:pt x="1710829" y="685939"/>
                  </a:lnTo>
                  <a:lnTo>
                    <a:pt x="1820202" y="171284"/>
                  </a:lnTo>
                  <a:lnTo>
                    <a:pt x="1822056" y="171284"/>
                  </a:lnTo>
                  <a:lnTo>
                    <a:pt x="1940699" y="685939"/>
                  </a:lnTo>
                  <a:lnTo>
                    <a:pt x="2198522" y="685939"/>
                  </a:lnTo>
                  <a:lnTo>
                    <a:pt x="2234920" y="514692"/>
                  </a:lnTo>
                  <a:lnTo>
                    <a:pt x="2341359" y="13944"/>
                  </a:lnTo>
                  <a:close/>
                </a:path>
                <a:path w="3693160" h="700404">
                  <a:moveTo>
                    <a:pt x="3024975" y="685939"/>
                  </a:moveTo>
                  <a:lnTo>
                    <a:pt x="3001073" y="554697"/>
                  </a:lnTo>
                  <a:lnTo>
                    <a:pt x="2977337" y="424408"/>
                  </a:lnTo>
                  <a:lnTo>
                    <a:pt x="2926486" y="145161"/>
                  </a:lnTo>
                  <a:lnTo>
                    <a:pt x="2902597" y="13944"/>
                  </a:lnTo>
                  <a:lnTo>
                    <a:pt x="2779903" y="13944"/>
                  </a:lnTo>
                  <a:lnTo>
                    <a:pt x="2779903" y="424408"/>
                  </a:lnTo>
                  <a:lnTo>
                    <a:pt x="2600274" y="424408"/>
                  </a:lnTo>
                  <a:lnTo>
                    <a:pt x="2750870" y="145161"/>
                  </a:lnTo>
                  <a:lnTo>
                    <a:pt x="2753652" y="145161"/>
                  </a:lnTo>
                  <a:lnTo>
                    <a:pt x="2779903" y="424408"/>
                  </a:lnTo>
                  <a:lnTo>
                    <a:pt x="2779903" y="13944"/>
                  </a:lnTo>
                  <a:lnTo>
                    <a:pt x="2675483" y="13944"/>
                  </a:lnTo>
                  <a:lnTo>
                    <a:pt x="2267369" y="685939"/>
                  </a:lnTo>
                  <a:lnTo>
                    <a:pt x="2453525" y="685939"/>
                  </a:lnTo>
                  <a:lnTo>
                    <a:pt x="2525179" y="554697"/>
                  </a:lnTo>
                  <a:lnTo>
                    <a:pt x="2797886" y="554697"/>
                  </a:lnTo>
                  <a:lnTo>
                    <a:pt x="2814637" y="685939"/>
                  </a:lnTo>
                  <a:lnTo>
                    <a:pt x="3024975" y="685939"/>
                  </a:lnTo>
                  <a:close/>
                </a:path>
                <a:path w="3693160" h="700404">
                  <a:moveTo>
                    <a:pt x="3424682" y="13944"/>
                  </a:moveTo>
                  <a:lnTo>
                    <a:pt x="3238550" y="13944"/>
                  </a:lnTo>
                  <a:lnTo>
                    <a:pt x="3095675" y="685939"/>
                  </a:lnTo>
                  <a:lnTo>
                    <a:pt x="3281845" y="685939"/>
                  </a:lnTo>
                  <a:lnTo>
                    <a:pt x="3424682" y="13944"/>
                  </a:lnTo>
                  <a:close/>
                </a:path>
                <a:path w="3693160" h="700404">
                  <a:moveTo>
                    <a:pt x="3692931" y="660984"/>
                  </a:moveTo>
                  <a:lnTo>
                    <a:pt x="3494582" y="660984"/>
                  </a:lnTo>
                  <a:lnTo>
                    <a:pt x="3494582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60" h="700404">
                  <a:moveTo>
                    <a:pt x="3692931" y="502246"/>
                  </a:moveTo>
                  <a:lnTo>
                    <a:pt x="3494582" y="502246"/>
                  </a:lnTo>
                  <a:lnTo>
                    <a:pt x="3494582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60" h="700404">
                  <a:moveTo>
                    <a:pt x="3692931" y="337553"/>
                  </a:moveTo>
                  <a:lnTo>
                    <a:pt x="3494582" y="337553"/>
                  </a:lnTo>
                  <a:lnTo>
                    <a:pt x="3494582" y="362356"/>
                  </a:lnTo>
                  <a:lnTo>
                    <a:pt x="3692931" y="362356"/>
                  </a:lnTo>
                  <a:lnTo>
                    <a:pt x="3692931" y="337553"/>
                  </a:lnTo>
                  <a:close/>
                </a:path>
                <a:path w="3693160" h="700404">
                  <a:moveTo>
                    <a:pt x="3692931" y="175056"/>
                  </a:moveTo>
                  <a:lnTo>
                    <a:pt x="3494582" y="175056"/>
                  </a:lnTo>
                  <a:lnTo>
                    <a:pt x="3494582" y="199898"/>
                  </a:lnTo>
                  <a:lnTo>
                    <a:pt x="3692931" y="199898"/>
                  </a:lnTo>
                  <a:lnTo>
                    <a:pt x="3692931" y="175056"/>
                  </a:lnTo>
                  <a:close/>
                </a:path>
                <a:path w="3693160" h="700404">
                  <a:moveTo>
                    <a:pt x="3692931" y="16802"/>
                  </a:moveTo>
                  <a:lnTo>
                    <a:pt x="3494582" y="16802"/>
                  </a:lnTo>
                  <a:lnTo>
                    <a:pt x="3494582" y="41592"/>
                  </a:lnTo>
                  <a:lnTo>
                    <a:pt x="3692931" y="41592"/>
                  </a:lnTo>
                  <a:lnTo>
                    <a:pt x="3692931" y="168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46" name="object 6">
            <a:extLst>
              <a:ext uri="{FF2B5EF4-FFF2-40B4-BE49-F238E27FC236}">
                <a16:creationId xmlns:a16="http://schemas.microsoft.com/office/drawing/2014/main" id="{0F5B6438-D1EE-7871-7F87-1832E3560CCB}"/>
              </a:ext>
            </a:extLst>
          </p:cNvPr>
          <p:cNvSpPr/>
          <p:nvPr/>
        </p:nvSpPr>
        <p:spPr>
          <a:xfrm>
            <a:off x="0" y="6762275"/>
            <a:ext cx="12192000" cy="954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1A1A1A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7" name="object 7">
            <a:extLst>
              <a:ext uri="{FF2B5EF4-FFF2-40B4-BE49-F238E27FC236}">
                <a16:creationId xmlns:a16="http://schemas.microsoft.com/office/drawing/2014/main" id="{382515AF-A2E9-E035-BBC4-049201EBF053}"/>
              </a:ext>
            </a:extLst>
          </p:cNvPr>
          <p:cNvSpPr/>
          <p:nvPr/>
        </p:nvSpPr>
        <p:spPr>
          <a:xfrm>
            <a:off x="6318250" y="460343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8" name="object 8">
            <a:extLst>
              <a:ext uri="{FF2B5EF4-FFF2-40B4-BE49-F238E27FC236}">
                <a16:creationId xmlns:a16="http://schemas.microsoft.com/office/drawing/2014/main" id="{258E5C24-46E0-39E3-5C83-92DF41C2123B}"/>
              </a:ext>
            </a:extLst>
          </p:cNvPr>
          <p:cNvSpPr/>
          <p:nvPr/>
        </p:nvSpPr>
        <p:spPr>
          <a:xfrm>
            <a:off x="6318250" y="301604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9" name="object 9">
            <a:extLst>
              <a:ext uri="{FF2B5EF4-FFF2-40B4-BE49-F238E27FC236}">
                <a16:creationId xmlns:a16="http://schemas.microsoft.com/office/drawing/2014/main" id="{FBE6D4D4-8929-9149-1ED3-73A3FE0F9907}"/>
              </a:ext>
            </a:extLst>
          </p:cNvPr>
          <p:cNvSpPr/>
          <p:nvPr/>
        </p:nvSpPr>
        <p:spPr>
          <a:xfrm>
            <a:off x="6318250" y="142865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0" name="object 10">
            <a:extLst>
              <a:ext uri="{FF2B5EF4-FFF2-40B4-BE49-F238E27FC236}">
                <a16:creationId xmlns:a16="http://schemas.microsoft.com/office/drawing/2014/main" id="{3C9A158E-FB64-A086-5723-7B3B5BDB6C97}"/>
              </a:ext>
            </a:extLst>
          </p:cNvPr>
          <p:cNvSpPr/>
          <p:nvPr/>
        </p:nvSpPr>
        <p:spPr>
          <a:xfrm>
            <a:off x="6477000" y="460343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1" name="object 11">
            <a:extLst>
              <a:ext uri="{FF2B5EF4-FFF2-40B4-BE49-F238E27FC236}">
                <a16:creationId xmlns:a16="http://schemas.microsoft.com/office/drawing/2014/main" id="{972727A6-9491-C17D-5A75-500A7868DA81}"/>
              </a:ext>
            </a:extLst>
          </p:cNvPr>
          <p:cNvSpPr/>
          <p:nvPr/>
        </p:nvSpPr>
        <p:spPr>
          <a:xfrm>
            <a:off x="6477000" y="301604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2" name="object 12">
            <a:extLst>
              <a:ext uri="{FF2B5EF4-FFF2-40B4-BE49-F238E27FC236}">
                <a16:creationId xmlns:a16="http://schemas.microsoft.com/office/drawing/2014/main" id="{9F4E6BD9-49D8-A105-BDCE-6A02BDFB8774}"/>
              </a:ext>
            </a:extLst>
          </p:cNvPr>
          <p:cNvSpPr/>
          <p:nvPr/>
        </p:nvSpPr>
        <p:spPr>
          <a:xfrm>
            <a:off x="6477000" y="142865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3" name="object 13">
            <a:extLst>
              <a:ext uri="{FF2B5EF4-FFF2-40B4-BE49-F238E27FC236}">
                <a16:creationId xmlns:a16="http://schemas.microsoft.com/office/drawing/2014/main" id="{E9DF57AF-C68C-15A0-D9FD-49B5FB5ECB8B}"/>
              </a:ext>
            </a:extLst>
          </p:cNvPr>
          <p:cNvSpPr/>
          <p:nvPr/>
        </p:nvSpPr>
        <p:spPr>
          <a:xfrm>
            <a:off x="6635750" y="460343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4" name="object 14">
            <a:extLst>
              <a:ext uri="{FF2B5EF4-FFF2-40B4-BE49-F238E27FC236}">
                <a16:creationId xmlns:a16="http://schemas.microsoft.com/office/drawing/2014/main" id="{B0DDD27A-8441-06F5-D101-8545235C9B02}"/>
              </a:ext>
            </a:extLst>
          </p:cNvPr>
          <p:cNvSpPr/>
          <p:nvPr/>
        </p:nvSpPr>
        <p:spPr>
          <a:xfrm>
            <a:off x="6635750" y="301604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5" name="object 15">
            <a:extLst>
              <a:ext uri="{FF2B5EF4-FFF2-40B4-BE49-F238E27FC236}">
                <a16:creationId xmlns:a16="http://schemas.microsoft.com/office/drawing/2014/main" id="{4B4CB41A-69F2-8CFF-02A3-B4C665AB3EE3}"/>
              </a:ext>
            </a:extLst>
          </p:cNvPr>
          <p:cNvSpPr/>
          <p:nvPr/>
        </p:nvSpPr>
        <p:spPr>
          <a:xfrm>
            <a:off x="6635750" y="142865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6" name="object 16">
            <a:extLst>
              <a:ext uri="{FF2B5EF4-FFF2-40B4-BE49-F238E27FC236}">
                <a16:creationId xmlns:a16="http://schemas.microsoft.com/office/drawing/2014/main" id="{1B97A159-99B6-AB20-17C4-6ACC29D2369F}"/>
              </a:ext>
            </a:extLst>
          </p:cNvPr>
          <p:cNvSpPr/>
          <p:nvPr/>
        </p:nvSpPr>
        <p:spPr>
          <a:xfrm>
            <a:off x="6794500" y="460343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7" name="object 17">
            <a:extLst>
              <a:ext uri="{FF2B5EF4-FFF2-40B4-BE49-F238E27FC236}">
                <a16:creationId xmlns:a16="http://schemas.microsoft.com/office/drawing/2014/main" id="{AAF200DD-C530-DAD0-67E1-5109CF752098}"/>
              </a:ext>
            </a:extLst>
          </p:cNvPr>
          <p:cNvSpPr/>
          <p:nvPr/>
        </p:nvSpPr>
        <p:spPr>
          <a:xfrm>
            <a:off x="6794500" y="301604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8" name="object 18">
            <a:extLst>
              <a:ext uri="{FF2B5EF4-FFF2-40B4-BE49-F238E27FC236}">
                <a16:creationId xmlns:a16="http://schemas.microsoft.com/office/drawing/2014/main" id="{3CD2ADDA-853C-4816-874F-78ED47A38E65}"/>
              </a:ext>
            </a:extLst>
          </p:cNvPr>
          <p:cNvSpPr/>
          <p:nvPr/>
        </p:nvSpPr>
        <p:spPr>
          <a:xfrm>
            <a:off x="6794500" y="142865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59" name="object 19">
            <a:extLst>
              <a:ext uri="{FF2B5EF4-FFF2-40B4-BE49-F238E27FC236}">
                <a16:creationId xmlns:a16="http://schemas.microsoft.com/office/drawing/2014/main" id="{E5264998-C2AC-587A-8F00-8E2FF7B77BC9}"/>
              </a:ext>
            </a:extLst>
          </p:cNvPr>
          <p:cNvSpPr/>
          <p:nvPr/>
        </p:nvSpPr>
        <p:spPr>
          <a:xfrm>
            <a:off x="6953250" y="460343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0" name="object 20">
            <a:extLst>
              <a:ext uri="{FF2B5EF4-FFF2-40B4-BE49-F238E27FC236}">
                <a16:creationId xmlns:a16="http://schemas.microsoft.com/office/drawing/2014/main" id="{CE7DBE4A-5B5E-09E3-38C8-4E798B59B222}"/>
              </a:ext>
            </a:extLst>
          </p:cNvPr>
          <p:cNvSpPr/>
          <p:nvPr/>
        </p:nvSpPr>
        <p:spPr>
          <a:xfrm>
            <a:off x="6953250" y="301604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1" name="object 21">
            <a:extLst>
              <a:ext uri="{FF2B5EF4-FFF2-40B4-BE49-F238E27FC236}">
                <a16:creationId xmlns:a16="http://schemas.microsoft.com/office/drawing/2014/main" id="{70DEA8E7-E95A-198E-2BF3-D8B9CB2F0B1D}"/>
              </a:ext>
            </a:extLst>
          </p:cNvPr>
          <p:cNvSpPr/>
          <p:nvPr/>
        </p:nvSpPr>
        <p:spPr>
          <a:xfrm>
            <a:off x="6953250" y="142865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2" name="object 22">
            <a:extLst>
              <a:ext uri="{FF2B5EF4-FFF2-40B4-BE49-F238E27FC236}">
                <a16:creationId xmlns:a16="http://schemas.microsoft.com/office/drawing/2014/main" id="{6D71B690-5462-AF05-EB8F-4B6B92CDFEC6}"/>
              </a:ext>
            </a:extLst>
          </p:cNvPr>
          <p:cNvSpPr/>
          <p:nvPr/>
        </p:nvSpPr>
        <p:spPr>
          <a:xfrm>
            <a:off x="7112000" y="460343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3" name="object 23">
            <a:extLst>
              <a:ext uri="{FF2B5EF4-FFF2-40B4-BE49-F238E27FC236}">
                <a16:creationId xmlns:a16="http://schemas.microsoft.com/office/drawing/2014/main" id="{89A50D53-A77B-9DE6-ACFD-8A6B692F081B}"/>
              </a:ext>
            </a:extLst>
          </p:cNvPr>
          <p:cNvSpPr/>
          <p:nvPr/>
        </p:nvSpPr>
        <p:spPr>
          <a:xfrm>
            <a:off x="7112000" y="301604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4" name="object 24">
            <a:extLst>
              <a:ext uri="{FF2B5EF4-FFF2-40B4-BE49-F238E27FC236}">
                <a16:creationId xmlns:a16="http://schemas.microsoft.com/office/drawing/2014/main" id="{B6BD71B0-5D5A-1205-B5E7-A4E625C056D2}"/>
              </a:ext>
            </a:extLst>
          </p:cNvPr>
          <p:cNvSpPr/>
          <p:nvPr/>
        </p:nvSpPr>
        <p:spPr>
          <a:xfrm>
            <a:off x="7112000" y="142865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5" name="object 25">
            <a:extLst>
              <a:ext uri="{FF2B5EF4-FFF2-40B4-BE49-F238E27FC236}">
                <a16:creationId xmlns:a16="http://schemas.microsoft.com/office/drawing/2014/main" id="{3970960E-C611-4F0B-5106-BCCE74124282}"/>
              </a:ext>
            </a:extLst>
          </p:cNvPr>
          <p:cNvSpPr/>
          <p:nvPr/>
        </p:nvSpPr>
        <p:spPr>
          <a:xfrm>
            <a:off x="7270750" y="460343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6" name="object 26">
            <a:extLst>
              <a:ext uri="{FF2B5EF4-FFF2-40B4-BE49-F238E27FC236}">
                <a16:creationId xmlns:a16="http://schemas.microsoft.com/office/drawing/2014/main" id="{81C70426-A6FC-CA42-5805-09CB44C6E1C1}"/>
              </a:ext>
            </a:extLst>
          </p:cNvPr>
          <p:cNvSpPr/>
          <p:nvPr/>
        </p:nvSpPr>
        <p:spPr>
          <a:xfrm>
            <a:off x="7270750" y="301604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7" name="object 27">
            <a:extLst>
              <a:ext uri="{FF2B5EF4-FFF2-40B4-BE49-F238E27FC236}">
                <a16:creationId xmlns:a16="http://schemas.microsoft.com/office/drawing/2014/main" id="{4EC4EEAA-CA75-EB59-0A25-77942970DE68}"/>
              </a:ext>
            </a:extLst>
          </p:cNvPr>
          <p:cNvSpPr/>
          <p:nvPr/>
        </p:nvSpPr>
        <p:spPr>
          <a:xfrm>
            <a:off x="7270750" y="142865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8" name="object 28">
            <a:extLst>
              <a:ext uri="{FF2B5EF4-FFF2-40B4-BE49-F238E27FC236}">
                <a16:creationId xmlns:a16="http://schemas.microsoft.com/office/drawing/2014/main" id="{4A128903-DB57-8D1E-0B5C-46372801B96B}"/>
              </a:ext>
            </a:extLst>
          </p:cNvPr>
          <p:cNvSpPr/>
          <p:nvPr/>
        </p:nvSpPr>
        <p:spPr>
          <a:xfrm>
            <a:off x="7429500" y="460343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69" name="object 29">
            <a:extLst>
              <a:ext uri="{FF2B5EF4-FFF2-40B4-BE49-F238E27FC236}">
                <a16:creationId xmlns:a16="http://schemas.microsoft.com/office/drawing/2014/main" id="{10E2AF08-C9FC-EA01-F80F-A897D13209E4}"/>
              </a:ext>
            </a:extLst>
          </p:cNvPr>
          <p:cNvSpPr/>
          <p:nvPr/>
        </p:nvSpPr>
        <p:spPr>
          <a:xfrm>
            <a:off x="7429500" y="301604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0" name="object 30">
            <a:extLst>
              <a:ext uri="{FF2B5EF4-FFF2-40B4-BE49-F238E27FC236}">
                <a16:creationId xmlns:a16="http://schemas.microsoft.com/office/drawing/2014/main" id="{07FADF4D-D392-13A4-8948-1E89FBA5EFAC}"/>
              </a:ext>
            </a:extLst>
          </p:cNvPr>
          <p:cNvSpPr/>
          <p:nvPr/>
        </p:nvSpPr>
        <p:spPr>
          <a:xfrm>
            <a:off x="7429500" y="142865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" name="Espaço Reservado para Conteúdo 5">
            <a:extLst>
              <a:ext uri="{FF2B5EF4-FFF2-40B4-BE49-F238E27FC236}">
                <a16:creationId xmlns:a16="http://schemas.microsoft.com/office/drawing/2014/main" id="{AE19C3F0-B11C-E0B6-B7C1-649CAD900770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15900" y="1872751"/>
            <a:ext cx="2828462" cy="3472972"/>
          </a:xfrm>
          <a:prstGeom prst="rect">
            <a:avLst/>
          </a:prstGeom>
        </p:spPr>
        <p:txBody>
          <a:bodyPr/>
          <a:lstStyle>
            <a:lvl1pPr marL="0" indent="0" algn="just">
              <a:buNone/>
              <a:defRPr sz="1600">
                <a:latin typeface="Montserrat" pitchFamily="2" charset="0"/>
              </a:defRPr>
            </a:lvl1pPr>
            <a:lvl2pPr>
              <a:defRPr>
                <a:latin typeface="Montserrat" pitchFamily="2" charset="0"/>
              </a:defRPr>
            </a:lvl2pPr>
            <a:lvl3pPr>
              <a:defRPr>
                <a:latin typeface="Montserrat" pitchFamily="2" charset="0"/>
              </a:defRPr>
            </a:lvl3pPr>
            <a:lvl4pPr>
              <a:defRPr>
                <a:latin typeface="Montserrat" pitchFamily="2" charset="0"/>
              </a:defRPr>
            </a:lvl4pPr>
            <a:lvl5pPr>
              <a:defRPr>
                <a:latin typeface="Montserrat" pitchFamily="2" charset="0"/>
              </a:defRPr>
            </a:lvl5pPr>
          </a:lstStyle>
          <a:p>
            <a:pPr lvl="0"/>
            <a:r>
              <a:rPr lang="pt-BR" dirty="0" err="1"/>
              <a:t>Lorem</a:t>
            </a:r>
            <a:r>
              <a:rPr lang="pt-BR" dirty="0"/>
              <a:t> ipsum </a:t>
            </a:r>
            <a:r>
              <a:rPr lang="pt-BR" dirty="0" err="1"/>
              <a:t>dolor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,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adipiscing</a:t>
            </a:r>
            <a:r>
              <a:rPr lang="pt-BR" dirty="0"/>
              <a:t>  </a:t>
            </a:r>
            <a:r>
              <a:rPr lang="pt-BR" dirty="0" err="1"/>
              <a:t>elit</a:t>
            </a:r>
            <a:r>
              <a:rPr lang="pt-BR" dirty="0"/>
              <a:t>, </a:t>
            </a:r>
            <a:r>
              <a:rPr lang="pt-BR" dirty="0" err="1"/>
              <a:t>sed</a:t>
            </a:r>
            <a:r>
              <a:rPr lang="pt-BR" dirty="0"/>
              <a:t> do </a:t>
            </a:r>
            <a:r>
              <a:rPr lang="pt-BR" dirty="0" err="1"/>
              <a:t>eiusmod</a:t>
            </a:r>
            <a:r>
              <a:rPr lang="pt-BR" dirty="0"/>
              <a:t> </a:t>
            </a:r>
            <a:r>
              <a:rPr lang="pt-BR" dirty="0" err="1"/>
              <a:t>tempor</a:t>
            </a:r>
            <a:r>
              <a:rPr lang="pt-BR" dirty="0"/>
              <a:t> </a:t>
            </a:r>
            <a:r>
              <a:rPr lang="pt-BR" dirty="0" err="1"/>
              <a:t>incididunt</a:t>
            </a:r>
            <a:r>
              <a:rPr lang="pt-BR" dirty="0"/>
              <a:t> ut labore et  </a:t>
            </a:r>
            <a:r>
              <a:rPr lang="pt-BR" dirty="0" err="1"/>
              <a:t>dolore</a:t>
            </a:r>
            <a:r>
              <a:rPr lang="pt-BR" dirty="0"/>
              <a:t> magna </a:t>
            </a:r>
            <a:r>
              <a:rPr lang="pt-BR" dirty="0" err="1"/>
              <a:t>aliqua</a:t>
            </a:r>
            <a:r>
              <a:rPr lang="pt-BR" dirty="0"/>
              <a:t>. Ut </a:t>
            </a:r>
            <a:r>
              <a:rPr lang="pt-BR" dirty="0" err="1"/>
              <a:t>enim</a:t>
            </a:r>
            <a:r>
              <a:rPr lang="pt-BR" dirty="0"/>
              <a:t> ad </a:t>
            </a:r>
            <a:r>
              <a:rPr lang="pt-BR" dirty="0" err="1"/>
              <a:t>minim</a:t>
            </a:r>
            <a:r>
              <a:rPr lang="pt-BR" dirty="0"/>
              <a:t> </a:t>
            </a:r>
            <a:r>
              <a:rPr lang="pt-BR" dirty="0" err="1"/>
              <a:t>veniam</a:t>
            </a:r>
            <a:r>
              <a:rPr lang="pt-BR" dirty="0"/>
              <a:t>,  quis </a:t>
            </a:r>
            <a:r>
              <a:rPr lang="pt-BR" dirty="0" err="1"/>
              <a:t>nostrud</a:t>
            </a:r>
            <a:r>
              <a:rPr lang="pt-BR" dirty="0"/>
              <a:t> </a:t>
            </a:r>
            <a:r>
              <a:rPr lang="pt-BR" dirty="0" err="1"/>
              <a:t>exercitation</a:t>
            </a:r>
            <a:r>
              <a:rPr lang="pt-BR" dirty="0"/>
              <a:t> </a:t>
            </a:r>
            <a:r>
              <a:rPr lang="pt-BR" dirty="0" err="1"/>
              <a:t>ullamco</a:t>
            </a:r>
            <a:r>
              <a:rPr lang="pt-BR" dirty="0"/>
              <a:t> </a:t>
            </a:r>
            <a:r>
              <a:rPr lang="pt-BR" dirty="0" err="1"/>
              <a:t>laboris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ut  </a:t>
            </a:r>
            <a:r>
              <a:rPr lang="pt-BR" dirty="0" err="1"/>
              <a:t>aliuip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ea</a:t>
            </a:r>
            <a:r>
              <a:rPr lang="pt-BR" dirty="0"/>
              <a:t> </a:t>
            </a:r>
            <a:r>
              <a:rPr lang="pt-BR" dirty="0" err="1"/>
              <a:t>commodo</a:t>
            </a:r>
            <a:r>
              <a:rPr lang="pt-BR" dirty="0"/>
              <a:t> </a:t>
            </a:r>
            <a:r>
              <a:rPr lang="pt-BR" dirty="0" err="1"/>
              <a:t>consequat</a:t>
            </a:r>
            <a:r>
              <a:rPr lang="pt-BR" dirty="0"/>
              <a:t>. </a:t>
            </a:r>
            <a:r>
              <a:rPr lang="pt-BR" dirty="0" err="1"/>
              <a:t>Duis</a:t>
            </a:r>
            <a:r>
              <a:rPr lang="pt-BR" dirty="0"/>
              <a:t> </a:t>
            </a:r>
            <a:r>
              <a:rPr lang="pt-BR" dirty="0" err="1"/>
              <a:t>aute</a:t>
            </a:r>
            <a:r>
              <a:rPr lang="pt-BR" dirty="0"/>
              <a:t> </a:t>
            </a:r>
            <a:r>
              <a:rPr lang="pt-BR" dirty="0" err="1"/>
              <a:t>irure</a:t>
            </a:r>
            <a:r>
              <a:rPr lang="pt-BR" dirty="0"/>
              <a:t>  </a:t>
            </a:r>
            <a:r>
              <a:rPr lang="pt-BR" dirty="0" err="1"/>
              <a:t>dolor</a:t>
            </a:r>
            <a:r>
              <a:rPr lang="pt-BR" dirty="0"/>
              <a:t> in </a:t>
            </a:r>
            <a:r>
              <a:rPr lang="pt-BR" dirty="0" err="1"/>
              <a:t>reprehenderit</a:t>
            </a:r>
            <a:r>
              <a:rPr lang="pt-BR" dirty="0"/>
              <a:t> in </a:t>
            </a:r>
            <a:r>
              <a:rPr lang="pt-BR" dirty="0" err="1"/>
              <a:t>voluptate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esse </a:t>
            </a:r>
            <a:r>
              <a:rPr lang="pt-BR" dirty="0" err="1"/>
              <a:t>cillum</a:t>
            </a:r>
            <a:r>
              <a:rPr lang="pt-BR" dirty="0"/>
              <a:t>  </a:t>
            </a:r>
            <a:r>
              <a:rPr lang="pt-BR" dirty="0" err="1"/>
              <a:t>dolore</a:t>
            </a:r>
            <a:r>
              <a:rPr lang="pt-BR" dirty="0"/>
              <a:t> eu </a:t>
            </a:r>
            <a:r>
              <a:rPr lang="pt-BR" dirty="0" err="1"/>
              <a:t>fugiat</a:t>
            </a:r>
            <a:r>
              <a:rPr lang="pt-BR" dirty="0"/>
              <a:t> </a:t>
            </a:r>
            <a:r>
              <a:rPr lang="pt-BR" dirty="0" err="1"/>
              <a:t>nulla</a:t>
            </a:r>
            <a:r>
              <a:rPr lang="pt-BR" dirty="0"/>
              <a:t> </a:t>
            </a:r>
            <a:r>
              <a:rPr lang="pt-BR" dirty="0" err="1"/>
              <a:t>pariatur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815160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2">
          <p15:clr>
            <a:srgbClr val="FBAE40"/>
          </p15:clr>
        </p15:guide>
        <p15:guide id="2" pos="6332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, Conteúdo e Imagem à Esquerda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Espaço Reservado para Imagem 38">
            <a:extLst>
              <a:ext uri="{FF2B5EF4-FFF2-40B4-BE49-F238E27FC236}">
                <a16:creationId xmlns:a16="http://schemas.microsoft.com/office/drawing/2014/main" id="{0B844CFE-330F-63DA-DA97-C8111290F4A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761734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no ícone para adicionar uma imagem</a:t>
            </a:r>
          </a:p>
        </p:txBody>
      </p:sp>
      <p:pic>
        <p:nvPicPr>
          <p:cNvPr id="6" name="object 2">
            <a:extLst>
              <a:ext uri="{FF2B5EF4-FFF2-40B4-BE49-F238E27FC236}">
                <a16:creationId xmlns:a16="http://schemas.microsoft.com/office/drawing/2014/main" id="{9A659AEC-5616-F831-88AE-DF2433B14A6B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13550" y="0"/>
            <a:ext cx="5099049" cy="299336"/>
          </a:xfrm>
          <a:prstGeom prst="rect">
            <a:avLst/>
          </a:prstGeom>
        </p:spPr>
      </p:pic>
      <p:sp>
        <p:nvSpPr>
          <p:cNvPr id="7" name="object 3">
            <a:extLst>
              <a:ext uri="{FF2B5EF4-FFF2-40B4-BE49-F238E27FC236}">
                <a16:creationId xmlns:a16="http://schemas.microsoft.com/office/drawing/2014/main" id="{1700692F-CFC0-478B-42C8-4EE8EA29A677}"/>
              </a:ext>
            </a:extLst>
          </p:cNvPr>
          <p:cNvSpPr/>
          <p:nvPr/>
        </p:nvSpPr>
        <p:spPr>
          <a:xfrm>
            <a:off x="10890250" y="6571789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08B85B1F-0A47-8403-CBCE-03C18FDB2D86}"/>
              </a:ext>
            </a:extLst>
          </p:cNvPr>
          <p:cNvSpPr/>
          <p:nvPr/>
        </p:nvSpPr>
        <p:spPr>
          <a:xfrm>
            <a:off x="10890250" y="6413050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" name="object 5">
            <a:extLst>
              <a:ext uri="{FF2B5EF4-FFF2-40B4-BE49-F238E27FC236}">
                <a16:creationId xmlns:a16="http://schemas.microsoft.com/office/drawing/2014/main" id="{00BE84A2-2B26-F64D-EA58-E42FC2A862F0}"/>
              </a:ext>
            </a:extLst>
          </p:cNvPr>
          <p:cNvSpPr/>
          <p:nvPr/>
        </p:nvSpPr>
        <p:spPr>
          <a:xfrm>
            <a:off x="10890250" y="6254311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" name="object 6">
            <a:extLst>
              <a:ext uri="{FF2B5EF4-FFF2-40B4-BE49-F238E27FC236}">
                <a16:creationId xmlns:a16="http://schemas.microsoft.com/office/drawing/2014/main" id="{8A71F993-742B-9587-97ED-79BD41D863A3}"/>
              </a:ext>
            </a:extLst>
          </p:cNvPr>
          <p:cNvSpPr/>
          <p:nvPr/>
        </p:nvSpPr>
        <p:spPr>
          <a:xfrm>
            <a:off x="11049000" y="6571789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" name="object 7">
            <a:extLst>
              <a:ext uri="{FF2B5EF4-FFF2-40B4-BE49-F238E27FC236}">
                <a16:creationId xmlns:a16="http://schemas.microsoft.com/office/drawing/2014/main" id="{8EAF2BC7-063A-93E8-E2F6-8FB057B900B3}"/>
              </a:ext>
            </a:extLst>
          </p:cNvPr>
          <p:cNvSpPr/>
          <p:nvPr/>
        </p:nvSpPr>
        <p:spPr>
          <a:xfrm>
            <a:off x="11049000" y="6413050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" name="object 8">
            <a:extLst>
              <a:ext uri="{FF2B5EF4-FFF2-40B4-BE49-F238E27FC236}">
                <a16:creationId xmlns:a16="http://schemas.microsoft.com/office/drawing/2014/main" id="{E8267898-4E76-37BF-0C8F-564EECB1D7D9}"/>
              </a:ext>
            </a:extLst>
          </p:cNvPr>
          <p:cNvSpPr/>
          <p:nvPr/>
        </p:nvSpPr>
        <p:spPr>
          <a:xfrm>
            <a:off x="11049000" y="6254311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" name="object 9">
            <a:extLst>
              <a:ext uri="{FF2B5EF4-FFF2-40B4-BE49-F238E27FC236}">
                <a16:creationId xmlns:a16="http://schemas.microsoft.com/office/drawing/2014/main" id="{EC67A461-DF48-4CF9-62CE-910CE4B40C34}"/>
              </a:ext>
            </a:extLst>
          </p:cNvPr>
          <p:cNvSpPr/>
          <p:nvPr/>
        </p:nvSpPr>
        <p:spPr>
          <a:xfrm>
            <a:off x="11207750" y="6571789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" name="object 10">
            <a:extLst>
              <a:ext uri="{FF2B5EF4-FFF2-40B4-BE49-F238E27FC236}">
                <a16:creationId xmlns:a16="http://schemas.microsoft.com/office/drawing/2014/main" id="{914EA2EC-C0F8-DACA-DB62-52ACE797BCDE}"/>
              </a:ext>
            </a:extLst>
          </p:cNvPr>
          <p:cNvSpPr/>
          <p:nvPr/>
        </p:nvSpPr>
        <p:spPr>
          <a:xfrm>
            <a:off x="11207750" y="6413050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5" name="object 11">
            <a:extLst>
              <a:ext uri="{FF2B5EF4-FFF2-40B4-BE49-F238E27FC236}">
                <a16:creationId xmlns:a16="http://schemas.microsoft.com/office/drawing/2014/main" id="{227A4E74-6B06-3ACF-859D-8362E5950581}"/>
              </a:ext>
            </a:extLst>
          </p:cNvPr>
          <p:cNvSpPr/>
          <p:nvPr/>
        </p:nvSpPr>
        <p:spPr>
          <a:xfrm>
            <a:off x="11207750" y="6254311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6" name="object 12">
            <a:extLst>
              <a:ext uri="{FF2B5EF4-FFF2-40B4-BE49-F238E27FC236}">
                <a16:creationId xmlns:a16="http://schemas.microsoft.com/office/drawing/2014/main" id="{272BBEC2-BC88-495A-D824-756B8F3882CA}"/>
              </a:ext>
            </a:extLst>
          </p:cNvPr>
          <p:cNvSpPr/>
          <p:nvPr/>
        </p:nvSpPr>
        <p:spPr>
          <a:xfrm>
            <a:off x="11366500" y="6571789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7" name="object 13">
            <a:extLst>
              <a:ext uri="{FF2B5EF4-FFF2-40B4-BE49-F238E27FC236}">
                <a16:creationId xmlns:a16="http://schemas.microsoft.com/office/drawing/2014/main" id="{93BF72FA-8172-FB69-7D6E-D4025918E702}"/>
              </a:ext>
            </a:extLst>
          </p:cNvPr>
          <p:cNvSpPr/>
          <p:nvPr/>
        </p:nvSpPr>
        <p:spPr>
          <a:xfrm>
            <a:off x="11366500" y="6413050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8" name="object 14">
            <a:extLst>
              <a:ext uri="{FF2B5EF4-FFF2-40B4-BE49-F238E27FC236}">
                <a16:creationId xmlns:a16="http://schemas.microsoft.com/office/drawing/2014/main" id="{A122EDE4-7168-C775-CDB0-5755BFD1B108}"/>
              </a:ext>
            </a:extLst>
          </p:cNvPr>
          <p:cNvSpPr/>
          <p:nvPr/>
        </p:nvSpPr>
        <p:spPr>
          <a:xfrm>
            <a:off x="11366500" y="6254311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9" name="object 15">
            <a:extLst>
              <a:ext uri="{FF2B5EF4-FFF2-40B4-BE49-F238E27FC236}">
                <a16:creationId xmlns:a16="http://schemas.microsoft.com/office/drawing/2014/main" id="{1B0BD16E-95EF-BE2D-3EA5-68E02B01099A}"/>
              </a:ext>
            </a:extLst>
          </p:cNvPr>
          <p:cNvSpPr/>
          <p:nvPr/>
        </p:nvSpPr>
        <p:spPr>
          <a:xfrm>
            <a:off x="11525250" y="6571789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0" name="object 16">
            <a:extLst>
              <a:ext uri="{FF2B5EF4-FFF2-40B4-BE49-F238E27FC236}">
                <a16:creationId xmlns:a16="http://schemas.microsoft.com/office/drawing/2014/main" id="{87174C43-B919-8D12-1CFC-C50BDE727D3F}"/>
              </a:ext>
            </a:extLst>
          </p:cNvPr>
          <p:cNvSpPr/>
          <p:nvPr/>
        </p:nvSpPr>
        <p:spPr>
          <a:xfrm>
            <a:off x="11525250" y="6413050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1" name="object 17">
            <a:extLst>
              <a:ext uri="{FF2B5EF4-FFF2-40B4-BE49-F238E27FC236}">
                <a16:creationId xmlns:a16="http://schemas.microsoft.com/office/drawing/2014/main" id="{CA02DC2D-63D3-6D5B-5CE2-83FFF7C8C7BE}"/>
              </a:ext>
            </a:extLst>
          </p:cNvPr>
          <p:cNvSpPr/>
          <p:nvPr/>
        </p:nvSpPr>
        <p:spPr>
          <a:xfrm>
            <a:off x="11525250" y="6254311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2" name="object 18">
            <a:extLst>
              <a:ext uri="{FF2B5EF4-FFF2-40B4-BE49-F238E27FC236}">
                <a16:creationId xmlns:a16="http://schemas.microsoft.com/office/drawing/2014/main" id="{391D0AA7-684E-CAC2-7C03-990A5F7F3AF9}"/>
              </a:ext>
            </a:extLst>
          </p:cNvPr>
          <p:cNvSpPr/>
          <p:nvPr/>
        </p:nvSpPr>
        <p:spPr>
          <a:xfrm>
            <a:off x="11683999" y="6571789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3" name="object 19">
            <a:extLst>
              <a:ext uri="{FF2B5EF4-FFF2-40B4-BE49-F238E27FC236}">
                <a16:creationId xmlns:a16="http://schemas.microsoft.com/office/drawing/2014/main" id="{13C14C10-3E9B-A0C1-9118-6C7411A1851D}"/>
              </a:ext>
            </a:extLst>
          </p:cNvPr>
          <p:cNvSpPr/>
          <p:nvPr/>
        </p:nvSpPr>
        <p:spPr>
          <a:xfrm>
            <a:off x="11683999" y="6413050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4" name="object 20">
            <a:extLst>
              <a:ext uri="{FF2B5EF4-FFF2-40B4-BE49-F238E27FC236}">
                <a16:creationId xmlns:a16="http://schemas.microsoft.com/office/drawing/2014/main" id="{D35A243B-DB70-B8E2-FB25-4EA365E2A0BB}"/>
              </a:ext>
            </a:extLst>
          </p:cNvPr>
          <p:cNvSpPr/>
          <p:nvPr/>
        </p:nvSpPr>
        <p:spPr>
          <a:xfrm>
            <a:off x="11683999" y="6254311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5" name="object 21">
            <a:extLst>
              <a:ext uri="{FF2B5EF4-FFF2-40B4-BE49-F238E27FC236}">
                <a16:creationId xmlns:a16="http://schemas.microsoft.com/office/drawing/2014/main" id="{6CBAAE06-7DC9-9442-BF7A-95944504DC85}"/>
              </a:ext>
            </a:extLst>
          </p:cNvPr>
          <p:cNvSpPr/>
          <p:nvPr/>
        </p:nvSpPr>
        <p:spPr>
          <a:xfrm>
            <a:off x="11842750" y="6571789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6" name="object 22">
            <a:extLst>
              <a:ext uri="{FF2B5EF4-FFF2-40B4-BE49-F238E27FC236}">
                <a16:creationId xmlns:a16="http://schemas.microsoft.com/office/drawing/2014/main" id="{F0DDE1D8-FC03-A72C-473B-18619CDCFC70}"/>
              </a:ext>
            </a:extLst>
          </p:cNvPr>
          <p:cNvSpPr/>
          <p:nvPr/>
        </p:nvSpPr>
        <p:spPr>
          <a:xfrm>
            <a:off x="11842750" y="6413050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7" name="object 23">
            <a:extLst>
              <a:ext uri="{FF2B5EF4-FFF2-40B4-BE49-F238E27FC236}">
                <a16:creationId xmlns:a16="http://schemas.microsoft.com/office/drawing/2014/main" id="{95FEA6FD-B741-93E3-375E-92943915ABD9}"/>
              </a:ext>
            </a:extLst>
          </p:cNvPr>
          <p:cNvSpPr/>
          <p:nvPr/>
        </p:nvSpPr>
        <p:spPr>
          <a:xfrm>
            <a:off x="11842750" y="6254311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8" name="object 24">
            <a:extLst>
              <a:ext uri="{FF2B5EF4-FFF2-40B4-BE49-F238E27FC236}">
                <a16:creationId xmlns:a16="http://schemas.microsoft.com/office/drawing/2014/main" id="{31796805-203B-471B-F2FD-D323054A0165}"/>
              </a:ext>
            </a:extLst>
          </p:cNvPr>
          <p:cNvSpPr/>
          <p:nvPr/>
        </p:nvSpPr>
        <p:spPr>
          <a:xfrm>
            <a:off x="12001500" y="6571789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29" name="object 25">
            <a:extLst>
              <a:ext uri="{FF2B5EF4-FFF2-40B4-BE49-F238E27FC236}">
                <a16:creationId xmlns:a16="http://schemas.microsoft.com/office/drawing/2014/main" id="{7E522AF8-85F2-7DE2-AB7B-B2AB3CC85015}"/>
              </a:ext>
            </a:extLst>
          </p:cNvPr>
          <p:cNvSpPr/>
          <p:nvPr/>
        </p:nvSpPr>
        <p:spPr>
          <a:xfrm>
            <a:off x="12001500" y="6413050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30" name="object 26">
            <a:extLst>
              <a:ext uri="{FF2B5EF4-FFF2-40B4-BE49-F238E27FC236}">
                <a16:creationId xmlns:a16="http://schemas.microsoft.com/office/drawing/2014/main" id="{555B19DC-302C-2BE1-DD55-174C11E280C4}"/>
              </a:ext>
            </a:extLst>
          </p:cNvPr>
          <p:cNvSpPr/>
          <p:nvPr/>
        </p:nvSpPr>
        <p:spPr>
          <a:xfrm>
            <a:off x="12001500" y="6254311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41" name="Espaço Reservado para Texto 40">
            <a:extLst>
              <a:ext uri="{FF2B5EF4-FFF2-40B4-BE49-F238E27FC236}">
                <a16:creationId xmlns:a16="http://schemas.microsoft.com/office/drawing/2014/main" id="{32E23C20-83FE-AC6D-E317-D03314CEA8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723700" y="618608"/>
            <a:ext cx="4801130" cy="73580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2100">
                <a:latin typeface="+mj-lt"/>
              </a:defRPr>
            </a:lvl1pPr>
          </a:lstStyle>
          <a:p>
            <a:pPr lvl="0"/>
            <a:r>
              <a:rPr lang="pt-BR" dirty="0"/>
              <a:t>TÍTULO</a:t>
            </a:r>
          </a:p>
        </p:txBody>
      </p:sp>
      <p:sp>
        <p:nvSpPr>
          <p:cNvPr id="42" name="object 29">
            <a:extLst>
              <a:ext uri="{FF2B5EF4-FFF2-40B4-BE49-F238E27FC236}">
                <a16:creationId xmlns:a16="http://schemas.microsoft.com/office/drawing/2014/main" id="{BED08D55-E9AC-99A2-BA5C-A2ADF783F02A}"/>
              </a:ext>
            </a:extLst>
          </p:cNvPr>
          <p:cNvSpPr/>
          <p:nvPr/>
        </p:nvSpPr>
        <p:spPr>
          <a:xfrm>
            <a:off x="5461000" y="2957420"/>
            <a:ext cx="1270032" cy="0"/>
          </a:xfrm>
          <a:custGeom>
            <a:avLst/>
            <a:gdLst/>
            <a:ahLst/>
            <a:cxnLst/>
            <a:rect l="l" t="t" r="r" b="b"/>
            <a:pathLst>
              <a:path w="2094229">
                <a:moveTo>
                  <a:pt x="0" y="0"/>
                </a:moveTo>
                <a:lnTo>
                  <a:pt x="2094177" y="0"/>
                </a:lnTo>
              </a:path>
            </a:pathLst>
          </a:custGeom>
          <a:ln w="31412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grpSp>
        <p:nvGrpSpPr>
          <p:cNvPr id="2" name="object 3">
            <a:extLst>
              <a:ext uri="{FF2B5EF4-FFF2-40B4-BE49-F238E27FC236}">
                <a16:creationId xmlns:a16="http://schemas.microsoft.com/office/drawing/2014/main" id="{FA034B4A-D7AE-74FE-FF47-1B243C70B45C}"/>
              </a:ext>
            </a:extLst>
          </p:cNvPr>
          <p:cNvGrpSpPr/>
          <p:nvPr userDrawn="1"/>
        </p:nvGrpSpPr>
        <p:grpSpPr>
          <a:xfrm>
            <a:off x="6723700" y="6015948"/>
            <a:ext cx="2239693" cy="571821"/>
            <a:chOff x="1047088" y="9319087"/>
            <a:chExt cx="3693160" cy="942975"/>
          </a:xfrm>
        </p:grpSpPr>
        <p:sp>
          <p:nvSpPr>
            <p:cNvPr id="31" name="object 4">
              <a:extLst>
                <a:ext uri="{FF2B5EF4-FFF2-40B4-BE49-F238E27FC236}">
                  <a16:creationId xmlns:a16="http://schemas.microsoft.com/office/drawing/2014/main" id="{7FFDF322-7C7C-E659-A8D0-385A3558579E}"/>
                </a:ext>
              </a:extLst>
            </p:cNvPr>
            <p:cNvSpPr/>
            <p:nvPr/>
          </p:nvSpPr>
          <p:spPr>
            <a:xfrm>
              <a:off x="1047151" y="9319087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60" h="942975">
                  <a:moveTo>
                    <a:pt x="369295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55" y="942379"/>
                  </a:lnTo>
                  <a:lnTo>
                    <a:pt x="369295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32" name="object 5">
              <a:extLst>
                <a:ext uri="{FF2B5EF4-FFF2-40B4-BE49-F238E27FC236}">
                  <a16:creationId xmlns:a16="http://schemas.microsoft.com/office/drawing/2014/main" id="{538CE896-2F14-08C4-3B33-22E9331E14D5}"/>
                </a:ext>
              </a:extLst>
            </p:cNvPr>
            <p:cNvSpPr/>
            <p:nvPr/>
          </p:nvSpPr>
          <p:spPr>
            <a:xfrm>
              <a:off x="1047076" y="9439611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60" h="700404">
                  <a:moveTo>
                    <a:pt x="198361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61" y="685812"/>
                  </a:lnTo>
                  <a:lnTo>
                    <a:pt x="198361" y="660984"/>
                  </a:lnTo>
                  <a:close/>
                </a:path>
                <a:path w="3693160" h="700404">
                  <a:moveTo>
                    <a:pt x="198361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61" y="527050"/>
                  </a:lnTo>
                  <a:lnTo>
                    <a:pt x="198361" y="502246"/>
                  </a:lnTo>
                  <a:close/>
                </a:path>
                <a:path w="3693160" h="700404">
                  <a:moveTo>
                    <a:pt x="198361" y="337553"/>
                  </a:moveTo>
                  <a:lnTo>
                    <a:pt x="0" y="337553"/>
                  </a:lnTo>
                  <a:lnTo>
                    <a:pt x="0" y="362356"/>
                  </a:lnTo>
                  <a:lnTo>
                    <a:pt x="198361" y="362356"/>
                  </a:lnTo>
                  <a:lnTo>
                    <a:pt x="198361" y="337553"/>
                  </a:lnTo>
                  <a:close/>
                </a:path>
                <a:path w="3693160" h="700404">
                  <a:moveTo>
                    <a:pt x="198361" y="175056"/>
                  </a:moveTo>
                  <a:lnTo>
                    <a:pt x="0" y="175056"/>
                  </a:lnTo>
                  <a:lnTo>
                    <a:pt x="0" y="199898"/>
                  </a:lnTo>
                  <a:lnTo>
                    <a:pt x="198361" y="199898"/>
                  </a:lnTo>
                  <a:lnTo>
                    <a:pt x="198361" y="175056"/>
                  </a:lnTo>
                  <a:close/>
                </a:path>
                <a:path w="3693160" h="700404">
                  <a:moveTo>
                    <a:pt x="198361" y="16802"/>
                  </a:moveTo>
                  <a:lnTo>
                    <a:pt x="0" y="16802"/>
                  </a:lnTo>
                  <a:lnTo>
                    <a:pt x="0" y="41592"/>
                  </a:lnTo>
                  <a:lnTo>
                    <a:pt x="198361" y="41592"/>
                  </a:lnTo>
                  <a:lnTo>
                    <a:pt x="198361" y="16802"/>
                  </a:lnTo>
                  <a:close/>
                </a:path>
                <a:path w="3693160" h="700404">
                  <a:moveTo>
                    <a:pt x="908532" y="161366"/>
                  </a:moveTo>
                  <a:lnTo>
                    <a:pt x="905624" y="119291"/>
                  </a:lnTo>
                  <a:lnTo>
                    <a:pt x="870216" y="56515"/>
                  </a:lnTo>
                  <a:lnTo>
                    <a:pt x="804735" y="18783"/>
                  </a:lnTo>
                  <a:lnTo>
                    <a:pt x="764209" y="8001"/>
                  </a:lnTo>
                  <a:lnTo>
                    <a:pt x="720382" y="1917"/>
                  </a:lnTo>
                  <a:lnTo>
                    <a:pt x="674649" y="0"/>
                  </a:lnTo>
                  <a:lnTo>
                    <a:pt x="627659" y="1714"/>
                  </a:lnTo>
                  <a:lnTo>
                    <a:pt x="580986" y="7264"/>
                  </a:lnTo>
                  <a:lnTo>
                    <a:pt x="535622" y="17233"/>
                  </a:lnTo>
                  <a:lnTo>
                    <a:pt x="492493" y="32219"/>
                  </a:lnTo>
                  <a:lnTo>
                    <a:pt x="452564" y="52793"/>
                  </a:lnTo>
                  <a:lnTo>
                    <a:pt x="416788" y="79565"/>
                  </a:lnTo>
                  <a:lnTo>
                    <a:pt x="386118" y="113106"/>
                  </a:lnTo>
                  <a:lnTo>
                    <a:pt x="361518" y="154025"/>
                  </a:lnTo>
                  <a:lnTo>
                    <a:pt x="343941" y="202895"/>
                  </a:lnTo>
                  <a:lnTo>
                    <a:pt x="339204" y="254914"/>
                  </a:lnTo>
                  <a:lnTo>
                    <a:pt x="348361" y="300837"/>
                  </a:lnTo>
                  <a:lnTo>
                    <a:pt x="371957" y="338747"/>
                  </a:lnTo>
                  <a:lnTo>
                    <a:pt x="410489" y="366712"/>
                  </a:lnTo>
                  <a:lnTo>
                    <a:pt x="460273" y="387235"/>
                  </a:lnTo>
                  <a:lnTo>
                    <a:pt x="508939" y="402196"/>
                  </a:lnTo>
                  <a:lnTo>
                    <a:pt x="594931" y="424522"/>
                  </a:lnTo>
                  <a:lnTo>
                    <a:pt x="628256" y="436435"/>
                  </a:lnTo>
                  <a:lnTo>
                    <a:pt x="652462" y="451904"/>
                  </a:lnTo>
                  <a:lnTo>
                    <a:pt x="665543" y="473189"/>
                  </a:lnTo>
                  <a:lnTo>
                    <a:pt x="665505" y="502577"/>
                  </a:lnTo>
                  <a:lnTo>
                    <a:pt x="650049" y="531901"/>
                  </a:lnTo>
                  <a:lnTo>
                    <a:pt x="622071" y="552831"/>
                  </a:lnTo>
                  <a:lnTo>
                    <a:pt x="587806" y="565391"/>
                  </a:lnTo>
                  <a:lnTo>
                    <a:pt x="553504" y="569569"/>
                  </a:lnTo>
                  <a:lnTo>
                    <a:pt x="508876" y="563206"/>
                  </a:lnTo>
                  <a:lnTo>
                    <a:pt x="477113" y="544449"/>
                  </a:lnTo>
                  <a:lnTo>
                    <a:pt x="460578" y="513829"/>
                  </a:lnTo>
                  <a:lnTo>
                    <a:pt x="461683" y="471868"/>
                  </a:lnTo>
                  <a:lnTo>
                    <a:pt x="275539" y="471868"/>
                  </a:lnTo>
                  <a:lnTo>
                    <a:pt x="269443" y="527735"/>
                  </a:lnTo>
                  <a:lnTo>
                    <a:pt x="274370" y="574230"/>
                  </a:lnTo>
                  <a:lnTo>
                    <a:pt x="289229" y="612101"/>
                  </a:lnTo>
                  <a:lnTo>
                    <a:pt x="312877" y="642086"/>
                  </a:lnTo>
                  <a:lnTo>
                    <a:pt x="344220" y="664946"/>
                  </a:lnTo>
                  <a:lnTo>
                    <a:pt x="382130" y="681431"/>
                  </a:lnTo>
                  <a:lnTo>
                    <a:pt x="425475" y="692277"/>
                  </a:lnTo>
                  <a:lnTo>
                    <a:pt x="473163" y="698233"/>
                  </a:lnTo>
                  <a:lnTo>
                    <a:pt x="524065" y="700049"/>
                  </a:lnTo>
                  <a:lnTo>
                    <a:pt x="575640" y="697547"/>
                  </a:lnTo>
                  <a:lnTo>
                    <a:pt x="626084" y="690016"/>
                  </a:lnTo>
                  <a:lnTo>
                    <a:pt x="674420" y="677392"/>
                  </a:lnTo>
                  <a:lnTo>
                    <a:pt x="719620" y="659612"/>
                  </a:lnTo>
                  <a:lnTo>
                    <a:pt x="760679" y="636625"/>
                  </a:lnTo>
                  <a:lnTo>
                    <a:pt x="796594" y="608368"/>
                  </a:lnTo>
                  <a:lnTo>
                    <a:pt x="826350" y="574789"/>
                  </a:lnTo>
                  <a:lnTo>
                    <a:pt x="848969" y="535825"/>
                  </a:lnTo>
                  <a:lnTo>
                    <a:pt x="863409" y="491413"/>
                  </a:lnTo>
                  <a:lnTo>
                    <a:pt x="869188" y="436968"/>
                  </a:lnTo>
                  <a:lnTo>
                    <a:pt x="862253" y="393585"/>
                  </a:lnTo>
                  <a:lnTo>
                    <a:pt x="844715" y="359727"/>
                  </a:lnTo>
                  <a:lnTo>
                    <a:pt x="786193" y="314401"/>
                  </a:lnTo>
                  <a:lnTo>
                    <a:pt x="749401" y="299821"/>
                  </a:lnTo>
                  <a:lnTo>
                    <a:pt x="710374" y="288569"/>
                  </a:lnTo>
                  <a:lnTo>
                    <a:pt x="634009" y="269887"/>
                  </a:lnTo>
                  <a:lnTo>
                    <a:pt x="598487" y="259118"/>
                  </a:lnTo>
                  <a:lnTo>
                    <a:pt x="566508" y="244424"/>
                  </a:lnTo>
                  <a:lnTo>
                    <a:pt x="545211" y="222923"/>
                  </a:lnTo>
                  <a:lnTo>
                    <a:pt x="541718" y="191719"/>
                  </a:lnTo>
                  <a:lnTo>
                    <a:pt x="553250" y="167982"/>
                  </a:lnTo>
                  <a:lnTo>
                    <a:pt x="574878" y="148437"/>
                  </a:lnTo>
                  <a:lnTo>
                    <a:pt x="603186" y="135178"/>
                  </a:lnTo>
                  <a:lnTo>
                    <a:pt x="634784" y="130302"/>
                  </a:lnTo>
                  <a:lnTo>
                    <a:pt x="656831" y="131686"/>
                  </a:lnTo>
                  <a:lnTo>
                    <a:pt x="701929" y="151726"/>
                  </a:lnTo>
                  <a:lnTo>
                    <a:pt x="716407" y="192938"/>
                  </a:lnTo>
                  <a:lnTo>
                    <a:pt x="713600" y="211264"/>
                  </a:lnTo>
                  <a:lnTo>
                    <a:pt x="899718" y="211264"/>
                  </a:lnTo>
                  <a:lnTo>
                    <a:pt x="908532" y="161366"/>
                  </a:lnTo>
                  <a:close/>
                </a:path>
                <a:path w="3693160" h="700404">
                  <a:moveTo>
                    <a:pt x="1580984" y="13944"/>
                  </a:moveTo>
                  <a:lnTo>
                    <a:pt x="1069111" y="13944"/>
                  </a:lnTo>
                  <a:lnTo>
                    <a:pt x="926261" y="685939"/>
                  </a:lnTo>
                  <a:lnTo>
                    <a:pt x="1438148" y="685939"/>
                  </a:lnTo>
                  <a:lnTo>
                    <a:pt x="1465910" y="555612"/>
                  </a:lnTo>
                  <a:lnTo>
                    <a:pt x="1140142" y="555612"/>
                  </a:lnTo>
                  <a:lnTo>
                    <a:pt x="1170393" y="413207"/>
                  </a:lnTo>
                  <a:lnTo>
                    <a:pt x="1470088" y="413207"/>
                  </a:lnTo>
                  <a:lnTo>
                    <a:pt x="1497698" y="282968"/>
                  </a:lnTo>
                  <a:lnTo>
                    <a:pt x="1198003" y="282968"/>
                  </a:lnTo>
                  <a:lnTo>
                    <a:pt x="1227467" y="144246"/>
                  </a:lnTo>
                  <a:lnTo>
                    <a:pt x="1553235" y="144246"/>
                  </a:lnTo>
                  <a:lnTo>
                    <a:pt x="1580984" y="13944"/>
                  </a:lnTo>
                  <a:close/>
                </a:path>
                <a:path w="3693160" h="700404">
                  <a:moveTo>
                    <a:pt x="2341359" y="13944"/>
                  </a:moveTo>
                  <a:lnTo>
                    <a:pt x="2173846" y="13944"/>
                  </a:lnTo>
                  <a:lnTo>
                    <a:pt x="2067737" y="512787"/>
                  </a:lnTo>
                  <a:lnTo>
                    <a:pt x="2065578" y="514692"/>
                  </a:lnTo>
                  <a:lnTo>
                    <a:pt x="1984095" y="171284"/>
                  </a:lnTo>
                  <a:lnTo>
                    <a:pt x="1946757" y="13944"/>
                  </a:lnTo>
                  <a:lnTo>
                    <a:pt x="1686153" y="13944"/>
                  </a:lnTo>
                  <a:lnTo>
                    <a:pt x="1543291" y="685939"/>
                  </a:lnTo>
                  <a:lnTo>
                    <a:pt x="1710829" y="685939"/>
                  </a:lnTo>
                  <a:lnTo>
                    <a:pt x="1820202" y="171284"/>
                  </a:lnTo>
                  <a:lnTo>
                    <a:pt x="1822056" y="171284"/>
                  </a:lnTo>
                  <a:lnTo>
                    <a:pt x="1940699" y="685939"/>
                  </a:lnTo>
                  <a:lnTo>
                    <a:pt x="2198522" y="685939"/>
                  </a:lnTo>
                  <a:lnTo>
                    <a:pt x="2234920" y="514692"/>
                  </a:lnTo>
                  <a:lnTo>
                    <a:pt x="2341359" y="13944"/>
                  </a:lnTo>
                  <a:close/>
                </a:path>
                <a:path w="3693160" h="700404">
                  <a:moveTo>
                    <a:pt x="3024975" y="685939"/>
                  </a:moveTo>
                  <a:lnTo>
                    <a:pt x="3001073" y="554697"/>
                  </a:lnTo>
                  <a:lnTo>
                    <a:pt x="2977337" y="424408"/>
                  </a:lnTo>
                  <a:lnTo>
                    <a:pt x="2926486" y="145161"/>
                  </a:lnTo>
                  <a:lnTo>
                    <a:pt x="2902597" y="13944"/>
                  </a:lnTo>
                  <a:lnTo>
                    <a:pt x="2779903" y="13944"/>
                  </a:lnTo>
                  <a:lnTo>
                    <a:pt x="2779903" y="424408"/>
                  </a:lnTo>
                  <a:lnTo>
                    <a:pt x="2600274" y="424408"/>
                  </a:lnTo>
                  <a:lnTo>
                    <a:pt x="2750870" y="145161"/>
                  </a:lnTo>
                  <a:lnTo>
                    <a:pt x="2753652" y="145161"/>
                  </a:lnTo>
                  <a:lnTo>
                    <a:pt x="2779903" y="424408"/>
                  </a:lnTo>
                  <a:lnTo>
                    <a:pt x="2779903" y="13944"/>
                  </a:lnTo>
                  <a:lnTo>
                    <a:pt x="2675483" y="13944"/>
                  </a:lnTo>
                  <a:lnTo>
                    <a:pt x="2267369" y="685939"/>
                  </a:lnTo>
                  <a:lnTo>
                    <a:pt x="2453525" y="685939"/>
                  </a:lnTo>
                  <a:lnTo>
                    <a:pt x="2525179" y="554697"/>
                  </a:lnTo>
                  <a:lnTo>
                    <a:pt x="2797886" y="554697"/>
                  </a:lnTo>
                  <a:lnTo>
                    <a:pt x="2814637" y="685939"/>
                  </a:lnTo>
                  <a:lnTo>
                    <a:pt x="3024975" y="685939"/>
                  </a:lnTo>
                  <a:close/>
                </a:path>
                <a:path w="3693160" h="700404">
                  <a:moveTo>
                    <a:pt x="3424682" y="13944"/>
                  </a:moveTo>
                  <a:lnTo>
                    <a:pt x="3238550" y="13944"/>
                  </a:lnTo>
                  <a:lnTo>
                    <a:pt x="3095675" y="685939"/>
                  </a:lnTo>
                  <a:lnTo>
                    <a:pt x="3281845" y="685939"/>
                  </a:lnTo>
                  <a:lnTo>
                    <a:pt x="3424682" y="13944"/>
                  </a:lnTo>
                  <a:close/>
                </a:path>
                <a:path w="3693160" h="700404">
                  <a:moveTo>
                    <a:pt x="3692931" y="660984"/>
                  </a:moveTo>
                  <a:lnTo>
                    <a:pt x="3494582" y="660984"/>
                  </a:lnTo>
                  <a:lnTo>
                    <a:pt x="3494582" y="685812"/>
                  </a:lnTo>
                  <a:lnTo>
                    <a:pt x="3692931" y="685812"/>
                  </a:lnTo>
                  <a:lnTo>
                    <a:pt x="3692931" y="660984"/>
                  </a:lnTo>
                  <a:close/>
                </a:path>
                <a:path w="3693160" h="700404">
                  <a:moveTo>
                    <a:pt x="3692931" y="502246"/>
                  </a:moveTo>
                  <a:lnTo>
                    <a:pt x="3494582" y="502246"/>
                  </a:lnTo>
                  <a:lnTo>
                    <a:pt x="3494582" y="527050"/>
                  </a:lnTo>
                  <a:lnTo>
                    <a:pt x="3692931" y="527050"/>
                  </a:lnTo>
                  <a:lnTo>
                    <a:pt x="3692931" y="502246"/>
                  </a:lnTo>
                  <a:close/>
                </a:path>
                <a:path w="3693160" h="700404">
                  <a:moveTo>
                    <a:pt x="3692931" y="337553"/>
                  </a:moveTo>
                  <a:lnTo>
                    <a:pt x="3494582" y="337553"/>
                  </a:lnTo>
                  <a:lnTo>
                    <a:pt x="3494582" y="362356"/>
                  </a:lnTo>
                  <a:lnTo>
                    <a:pt x="3692931" y="362356"/>
                  </a:lnTo>
                  <a:lnTo>
                    <a:pt x="3692931" y="337553"/>
                  </a:lnTo>
                  <a:close/>
                </a:path>
                <a:path w="3693160" h="700404">
                  <a:moveTo>
                    <a:pt x="3692931" y="175056"/>
                  </a:moveTo>
                  <a:lnTo>
                    <a:pt x="3494582" y="175056"/>
                  </a:lnTo>
                  <a:lnTo>
                    <a:pt x="3494582" y="199898"/>
                  </a:lnTo>
                  <a:lnTo>
                    <a:pt x="3692931" y="199898"/>
                  </a:lnTo>
                  <a:lnTo>
                    <a:pt x="3692931" y="175056"/>
                  </a:lnTo>
                  <a:close/>
                </a:path>
                <a:path w="3693160" h="700404">
                  <a:moveTo>
                    <a:pt x="3692931" y="16802"/>
                  </a:moveTo>
                  <a:lnTo>
                    <a:pt x="3494582" y="16802"/>
                  </a:lnTo>
                  <a:lnTo>
                    <a:pt x="3494582" y="41592"/>
                  </a:lnTo>
                  <a:lnTo>
                    <a:pt x="3692931" y="41592"/>
                  </a:lnTo>
                  <a:lnTo>
                    <a:pt x="3692931" y="1680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3" name="Espaço Reservado para Conteúdo 5">
            <a:extLst>
              <a:ext uri="{FF2B5EF4-FFF2-40B4-BE49-F238E27FC236}">
                <a16:creationId xmlns:a16="http://schemas.microsoft.com/office/drawing/2014/main" id="{C8A62898-C784-E6B4-E398-252E3BB8BB73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723648" y="1650606"/>
            <a:ext cx="4801182" cy="4311650"/>
          </a:xfrm>
          <a:prstGeom prst="rect">
            <a:avLst/>
          </a:prstGeom>
        </p:spPr>
        <p:txBody>
          <a:bodyPr/>
          <a:lstStyle>
            <a:lvl1pPr marL="0" indent="0" algn="just">
              <a:buNone/>
              <a:defRPr sz="1600">
                <a:latin typeface="Montserrat" pitchFamily="2" charset="0"/>
              </a:defRPr>
            </a:lvl1pPr>
            <a:lvl2pPr>
              <a:defRPr>
                <a:latin typeface="Montserrat" pitchFamily="2" charset="0"/>
              </a:defRPr>
            </a:lvl2pPr>
            <a:lvl3pPr>
              <a:defRPr>
                <a:latin typeface="Montserrat" pitchFamily="2" charset="0"/>
              </a:defRPr>
            </a:lvl3pPr>
            <a:lvl4pPr>
              <a:defRPr>
                <a:latin typeface="Montserrat" pitchFamily="2" charset="0"/>
              </a:defRPr>
            </a:lvl4pPr>
            <a:lvl5pPr>
              <a:defRPr>
                <a:latin typeface="Montserrat" pitchFamily="2" charset="0"/>
              </a:defRPr>
            </a:lvl5pPr>
          </a:lstStyle>
          <a:p>
            <a:pPr lvl="0"/>
            <a:r>
              <a:rPr lang="pt-BR" dirty="0" err="1"/>
              <a:t>Lorem</a:t>
            </a:r>
            <a:r>
              <a:rPr lang="pt-BR" dirty="0"/>
              <a:t> ipsum </a:t>
            </a:r>
            <a:r>
              <a:rPr lang="pt-BR" dirty="0" err="1"/>
              <a:t>dolor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,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adipiscing</a:t>
            </a:r>
            <a:r>
              <a:rPr lang="pt-BR" dirty="0"/>
              <a:t>  </a:t>
            </a:r>
            <a:r>
              <a:rPr lang="pt-BR" dirty="0" err="1"/>
              <a:t>elit</a:t>
            </a:r>
            <a:r>
              <a:rPr lang="pt-BR" dirty="0"/>
              <a:t>, </a:t>
            </a:r>
            <a:r>
              <a:rPr lang="pt-BR" dirty="0" err="1"/>
              <a:t>sed</a:t>
            </a:r>
            <a:r>
              <a:rPr lang="pt-BR" dirty="0"/>
              <a:t> do </a:t>
            </a:r>
            <a:r>
              <a:rPr lang="pt-BR" dirty="0" err="1"/>
              <a:t>eiusmod</a:t>
            </a:r>
            <a:r>
              <a:rPr lang="pt-BR" dirty="0"/>
              <a:t> </a:t>
            </a:r>
            <a:r>
              <a:rPr lang="pt-BR" dirty="0" err="1"/>
              <a:t>tempor</a:t>
            </a:r>
            <a:r>
              <a:rPr lang="pt-BR" dirty="0"/>
              <a:t> </a:t>
            </a:r>
            <a:r>
              <a:rPr lang="pt-BR" dirty="0" err="1"/>
              <a:t>incididunt</a:t>
            </a:r>
            <a:r>
              <a:rPr lang="pt-BR" dirty="0"/>
              <a:t> ut labore et  </a:t>
            </a:r>
            <a:r>
              <a:rPr lang="pt-BR" dirty="0" err="1"/>
              <a:t>dolore</a:t>
            </a:r>
            <a:r>
              <a:rPr lang="pt-BR" dirty="0"/>
              <a:t> magna </a:t>
            </a:r>
            <a:r>
              <a:rPr lang="pt-BR" dirty="0" err="1"/>
              <a:t>aliqua</a:t>
            </a:r>
            <a:r>
              <a:rPr lang="pt-BR" dirty="0"/>
              <a:t>. Ut </a:t>
            </a:r>
            <a:r>
              <a:rPr lang="pt-BR" dirty="0" err="1"/>
              <a:t>enim</a:t>
            </a:r>
            <a:r>
              <a:rPr lang="pt-BR" dirty="0"/>
              <a:t> ad </a:t>
            </a:r>
            <a:r>
              <a:rPr lang="pt-BR" dirty="0" err="1"/>
              <a:t>minim</a:t>
            </a:r>
            <a:r>
              <a:rPr lang="pt-BR" dirty="0"/>
              <a:t> </a:t>
            </a:r>
            <a:r>
              <a:rPr lang="pt-BR" dirty="0" err="1"/>
              <a:t>veniam</a:t>
            </a:r>
            <a:r>
              <a:rPr lang="pt-BR" dirty="0"/>
              <a:t>,  quis </a:t>
            </a:r>
            <a:r>
              <a:rPr lang="pt-BR" dirty="0" err="1"/>
              <a:t>nostrud</a:t>
            </a:r>
            <a:r>
              <a:rPr lang="pt-BR" dirty="0"/>
              <a:t> </a:t>
            </a:r>
            <a:r>
              <a:rPr lang="pt-BR" dirty="0" err="1"/>
              <a:t>exercitation</a:t>
            </a:r>
            <a:r>
              <a:rPr lang="pt-BR" dirty="0"/>
              <a:t> </a:t>
            </a:r>
            <a:r>
              <a:rPr lang="pt-BR" dirty="0" err="1"/>
              <a:t>ullamco</a:t>
            </a:r>
            <a:r>
              <a:rPr lang="pt-BR" dirty="0"/>
              <a:t> </a:t>
            </a:r>
            <a:r>
              <a:rPr lang="pt-BR" dirty="0" err="1"/>
              <a:t>laboris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ut  </a:t>
            </a:r>
            <a:r>
              <a:rPr lang="pt-BR" dirty="0" err="1"/>
              <a:t>aliuip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ea</a:t>
            </a:r>
            <a:r>
              <a:rPr lang="pt-BR" dirty="0"/>
              <a:t> </a:t>
            </a:r>
            <a:r>
              <a:rPr lang="pt-BR" dirty="0" err="1"/>
              <a:t>commodo</a:t>
            </a:r>
            <a:r>
              <a:rPr lang="pt-BR" dirty="0"/>
              <a:t> </a:t>
            </a:r>
            <a:r>
              <a:rPr lang="pt-BR" dirty="0" err="1"/>
              <a:t>consequat</a:t>
            </a:r>
            <a:r>
              <a:rPr lang="pt-BR" dirty="0"/>
              <a:t>. </a:t>
            </a:r>
            <a:r>
              <a:rPr lang="pt-BR" dirty="0" err="1"/>
              <a:t>Duis</a:t>
            </a:r>
            <a:r>
              <a:rPr lang="pt-BR" dirty="0"/>
              <a:t> </a:t>
            </a:r>
            <a:r>
              <a:rPr lang="pt-BR" dirty="0" err="1"/>
              <a:t>aute</a:t>
            </a:r>
            <a:r>
              <a:rPr lang="pt-BR" dirty="0"/>
              <a:t> </a:t>
            </a:r>
            <a:r>
              <a:rPr lang="pt-BR" dirty="0" err="1"/>
              <a:t>irure</a:t>
            </a:r>
            <a:r>
              <a:rPr lang="pt-BR" dirty="0"/>
              <a:t>  </a:t>
            </a:r>
            <a:r>
              <a:rPr lang="pt-BR" dirty="0" err="1"/>
              <a:t>dolor</a:t>
            </a:r>
            <a:r>
              <a:rPr lang="pt-BR" dirty="0"/>
              <a:t> in </a:t>
            </a:r>
            <a:r>
              <a:rPr lang="pt-BR" dirty="0" err="1"/>
              <a:t>reprehenderit</a:t>
            </a:r>
            <a:r>
              <a:rPr lang="pt-BR" dirty="0"/>
              <a:t> in </a:t>
            </a:r>
            <a:r>
              <a:rPr lang="pt-BR" dirty="0" err="1"/>
              <a:t>voluptate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esse </a:t>
            </a:r>
            <a:r>
              <a:rPr lang="pt-BR" dirty="0" err="1"/>
              <a:t>cillum</a:t>
            </a:r>
            <a:r>
              <a:rPr lang="pt-BR" dirty="0"/>
              <a:t>  </a:t>
            </a:r>
            <a:r>
              <a:rPr lang="pt-BR" dirty="0" err="1"/>
              <a:t>dolore</a:t>
            </a:r>
            <a:r>
              <a:rPr lang="pt-BR" dirty="0"/>
              <a:t> eu </a:t>
            </a:r>
            <a:r>
              <a:rPr lang="pt-BR" dirty="0" err="1"/>
              <a:t>fugiat</a:t>
            </a:r>
            <a:r>
              <a:rPr lang="pt-BR" dirty="0"/>
              <a:t> </a:t>
            </a:r>
            <a:r>
              <a:rPr lang="pt-BR" dirty="0" err="1"/>
              <a:t>nulla</a:t>
            </a:r>
            <a:r>
              <a:rPr lang="pt-BR" dirty="0"/>
              <a:t> </a:t>
            </a:r>
            <a:r>
              <a:rPr lang="pt-BR" dirty="0" err="1"/>
              <a:t>pariatur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783896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object 2">
            <a:extLst>
              <a:ext uri="{FF2B5EF4-FFF2-40B4-BE49-F238E27FC236}">
                <a16:creationId xmlns:a16="http://schemas.microsoft.com/office/drawing/2014/main" id="{6B469F2D-5E29-C020-5C9F-B3846F48BBFF}"/>
              </a:ext>
            </a:extLst>
          </p:cNvPr>
          <p:cNvSpPr/>
          <p:nvPr/>
        </p:nvSpPr>
        <p:spPr>
          <a:xfrm>
            <a:off x="10890250" y="5460617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7" name="object 3">
            <a:extLst>
              <a:ext uri="{FF2B5EF4-FFF2-40B4-BE49-F238E27FC236}">
                <a16:creationId xmlns:a16="http://schemas.microsoft.com/office/drawing/2014/main" id="{D760EFCA-A703-33ED-BB9F-E61B2B349797}"/>
              </a:ext>
            </a:extLst>
          </p:cNvPr>
          <p:cNvSpPr/>
          <p:nvPr/>
        </p:nvSpPr>
        <p:spPr>
          <a:xfrm>
            <a:off x="11049000" y="5460617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8" name="object 4">
            <a:extLst>
              <a:ext uri="{FF2B5EF4-FFF2-40B4-BE49-F238E27FC236}">
                <a16:creationId xmlns:a16="http://schemas.microsoft.com/office/drawing/2014/main" id="{142C4FBE-6A2C-4213-B480-F00A95726ECD}"/>
              </a:ext>
            </a:extLst>
          </p:cNvPr>
          <p:cNvSpPr/>
          <p:nvPr/>
        </p:nvSpPr>
        <p:spPr>
          <a:xfrm>
            <a:off x="11207750" y="5460617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79" name="object 5">
            <a:extLst>
              <a:ext uri="{FF2B5EF4-FFF2-40B4-BE49-F238E27FC236}">
                <a16:creationId xmlns:a16="http://schemas.microsoft.com/office/drawing/2014/main" id="{666E5B95-2513-B9F7-8310-EB7AA174EDF6}"/>
              </a:ext>
            </a:extLst>
          </p:cNvPr>
          <p:cNvSpPr/>
          <p:nvPr/>
        </p:nvSpPr>
        <p:spPr>
          <a:xfrm>
            <a:off x="11366500" y="5460617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0" name="object 6">
            <a:extLst>
              <a:ext uri="{FF2B5EF4-FFF2-40B4-BE49-F238E27FC236}">
                <a16:creationId xmlns:a16="http://schemas.microsoft.com/office/drawing/2014/main" id="{D8D4BC1F-360B-22F2-1F39-B42DA3DB8826}"/>
              </a:ext>
            </a:extLst>
          </p:cNvPr>
          <p:cNvSpPr/>
          <p:nvPr/>
        </p:nvSpPr>
        <p:spPr>
          <a:xfrm>
            <a:off x="11525250" y="5460617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1" name="object 7">
            <a:extLst>
              <a:ext uri="{FF2B5EF4-FFF2-40B4-BE49-F238E27FC236}">
                <a16:creationId xmlns:a16="http://schemas.microsoft.com/office/drawing/2014/main" id="{B56D0676-887F-9DA7-4FCB-A28384884454}"/>
              </a:ext>
            </a:extLst>
          </p:cNvPr>
          <p:cNvSpPr/>
          <p:nvPr/>
        </p:nvSpPr>
        <p:spPr>
          <a:xfrm>
            <a:off x="11683999" y="5460617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2" name="object 8">
            <a:extLst>
              <a:ext uri="{FF2B5EF4-FFF2-40B4-BE49-F238E27FC236}">
                <a16:creationId xmlns:a16="http://schemas.microsoft.com/office/drawing/2014/main" id="{20C3C40F-4CDB-FA1B-5FF1-7FFA13963F87}"/>
              </a:ext>
            </a:extLst>
          </p:cNvPr>
          <p:cNvSpPr/>
          <p:nvPr/>
        </p:nvSpPr>
        <p:spPr>
          <a:xfrm>
            <a:off x="11842750" y="5460617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3" name="object 9">
            <a:extLst>
              <a:ext uri="{FF2B5EF4-FFF2-40B4-BE49-F238E27FC236}">
                <a16:creationId xmlns:a16="http://schemas.microsoft.com/office/drawing/2014/main" id="{08C8FB82-5614-3F1B-0269-2A22E073EEAA}"/>
              </a:ext>
            </a:extLst>
          </p:cNvPr>
          <p:cNvSpPr/>
          <p:nvPr/>
        </p:nvSpPr>
        <p:spPr>
          <a:xfrm>
            <a:off x="12001500" y="5460617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4" name="object 10">
            <a:extLst>
              <a:ext uri="{FF2B5EF4-FFF2-40B4-BE49-F238E27FC236}">
                <a16:creationId xmlns:a16="http://schemas.microsoft.com/office/drawing/2014/main" id="{68E09F3B-1BC2-3631-9DCD-F5073AD7A3D0}"/>
              </a:ext>
            </a:extLst>
          </p:cNvPr>
          <p:cNvSpPr/>
          <p:nvPr/>
        </p:nvSpPr>
        <p:spPr>
          <a:xfrm>
            <a:off x="10890250" y="5619356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5" name="object 11">
            <a:extLst>
              <a:ext uri="{FF2B5EF4-FFF2-40B4-BE49-F238E27FC236}">
                <a16:creationId xmlns:a16="http://schemas.microsoft.com/office/drawing/2014/main" id="{DF54F733-35ED-94AD-A07B-9F4779657417}"/>
              </a:ext>
            </a:extLst>
          </p:cNvPr>
          <p:cNvSpPr/>
          <p:nvPr/>
        </p:nvSpPr>
        <p:spPr>
          <a:xfrm>
            <a:off x="11049000" y="5619356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6" name="object 12">
            <a:extLst>
              <a:ext uri="{FF2B5EF4-FFF2-40B4-BE49-F238E27FC236}">
                <a16:creationId xmlns:a16="http://schemas.microsoft.com/office/drawing/2014/main" id="{5F603BAE-B49C-E080-D249-67DEC2D89731}"/>
              </a:ext>
            </a:extLst>
          </p:cNvPr>
          <p:cNvSpPr/>
          <p:nvPr/>
        </p:nvSpPr>
        <p:spPr>
          <a:xfrm>
            <a:off x="11207750" y="5619356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7" name="object 13">
            <a:extLst>
              <a:ext uri="{FF2B5EF4-FFF2-40B4-BE49-F238E27FC236}">
                <a16:creationId xmlns:a16="http://schemas.microsoft.com/office/drawing/2014/main" id="{5591AEC6-8DC2-6F77-1AB3-107276E335EE}"/>
              </a:ext>
            </a:extLst>
          </p:cNvPr>
          <p:cNvSpPr/>
          <p:nvPr/>
        </p:nvSpPr>
        <p:spPr>
          <a:xfrm>
            <a:off x="11366500" y="5619356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8" name="object 14">
            <a:extLst>
              <a:ext uri="{FF2B5EF4-FFF2-40B4-BE49-F238E27FC236}">
                <a16:creationId xmlns:a16="http://schemas.microsoft.com/office/drawing/2014/main" id="{B5D826A4-BF7A-C39A-2FAE-2B2B6EFBAA38}"/>
              </a:ext>
            </a:extLst>
          </p:cNvPr>
          <p:cNvSpPr/>
          <p:nvPr/>
        </p:nvSpPr>
        <p:spPr>
          <a:xfrm>
            <a:off x="11525250" y="5619356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89" name="object 15">
            <a:extLst>
              <a:ext uri="{FF2B5EF4-FFF2-40B4-BE49-F238E27FC236}">
                <a16:creationId xmlns:a16="http://schemas.microsoft.com/office/drawing/2014/main" id="{78C8A2FF-F321-8FDC-CCB3-E3A0AED838EE}"/>
              </a:ext>
            </a:extLst>
          </p:cNvPr>
          <p:cNvSpPr/>
          <p:nvPr/>
        </p:nvSpPr>
        <p:spPr>
          <a:xfrm>
            <a:off x="11683999" y="5619356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0" name="object 16">
            <a:extLst>
              <a:ext uri="{FF2B5EF4-FFF2-40B4-BE49-F238E27FC236}">
                <a16:creationId xmlns:a16="http://schemas.microsoft.com/office/drawing/2014/main" id="{4DBCAF4B-DF38-6009-BBCE-D8FED7E3893F}"/>
              </a:ext>
            </a:extLst>
          </p:cNvPr>
          <p:cNvSpPr/>
          <p:nvPr/>
        </p:nvSpPr>
        <p:spPr>
          <a:xfrm>
            <a:off x="11842750" y="5619356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1" name="object 17">
            <a:extLst>
              <a:ext uri="{FF2B5EF4-FFF2-40B4-BE49-F238E27FC236}">
                <a16:creationId xmlns:a16="http://schemas.microsoft.com/office/drawing/2014/main" id="{67B96E0D-E9A8-EE72-B5DD-7545D782E061}"/>
              </a:ext>
            </a:extLst>
          </p:cNvPr>
          <p:cNvSpPr/>
          <p:nvPr/>
        </p:nvSpPr>
        <p:spPr>
          <a:xfrm>
            <a:off x="12001500" y="5619356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2" name="object 18">
            <a:extLst>
              <a:ext uri="{FF2B5EF4-FFF2-40B4-BE49-F238E27FC236}">
                <a16:creationId xmlns:a16="http://schemas.microsoft.com/office/drawing/2014/main" id="{F1F18F82-1A4E-38D6-3A8F-AE2AF9D1B831}"/>
              </a:ext>
            </a:extLst>
          </p:cNvPr>
          <p:cNvSpPr/>
          <p:nvPr/>
        </p:nvSpPr>
        <p:spPr>
          <a:xfrm>
            <a:off x="10890250" y="5778094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3" name="object 19">
            <a:extLst>
              <a:ext uri="{FF2B5EF4-FFF2-40B4-BE49-F238E27FC236}">
                <a16:creationId xmlns:a16="http://schemas.microsoft.com/office/drawing/2014/main" id="{6C2DDB73-4A27-886D-7E34-C73B11CD9D18}"/>
              </a:ext>
            </a:extLst>
          </p:cNvPr>
          <p:cNvSpPr/>
          <p:nvPr/>
        </p:nvSpPr>
        <p:spPr>
          <a:xfrm>
            <a:off x="11049000" y="5778094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4" name="object 20">
            <a:extLst>
              <a:ext uri="{FF2B5EF4-FFF2-40B4-BE49-F238E27FC236}">
                <a16:creationId xmlns:a16="http://schemas.microsoft.com/office/drawing/2014/main" id="{154D2A7C-A60F-021E-6A4C-7308BB758C5B}"/>
              </a:ext>
            </a:extLst>
          </p:cNvPr>
          <p:cNvSpPr/>
          <p:nvPr/>
        </p:nvSpPr>
        <p:spPr>
          <a:xfrm>
            <a:off x="11207750" y="5778094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5" name="object 21">
            <a:extLst>
              <a:ext uri="{FF2B5EF4-FFF2-40B4-BE49-F238E27FC236}">
                <a16:creationId xmlns:a16="http://schemas.microsoft.com/office/drawing/2014/main" id="{5490E35C-18C9-EC07-3878-EFFB8D19502F}"/>
              </a:ext>
            </a:extLst>
          </p:cNvPr>
          <p:cNvSpPr/>
          <p:nvPr/>
        </p:nvSpPr>
        <p:spPr>
          <a:xfrm>
            <a:off x="11366500" y="5778094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6" name="object 22">
            <a:extLst>
              <a:ext uri="{FF2B5EF4-FFF2-40B4-BE49-F238E27FC236}">
                <a16:creationId xmlns:a16="http://schemas.microsoft.com/office/drawing/2014/main" id="{A891ADE2-DD16-D3D6-909F-7BAE44619642}"/>
              </a:ext>
            </a:extLst>
          </p:cNvPr>
          <p:cNvSpPr/>
          <p:nvPr/>
        </p:nvSpPr>
        <p:spPr>
          <a:xfrm>
            <a:off x="11525250" y="5778094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7" name="object 23">
            <a:extLst>
              <a:ext uri="{FF2B5EF4-FFF2-40B4-BE49-F238E27FC236}">
                <a16:creationId xmlns:a16="http://schemas.microsoft.com/office/drawing/2014/main" id="{9C67B87B-136C-239F-08EB-FE87E82462CA}"/>
              </a:ext>
            </a:extLst>
          </p:cNvPr>
          <p:cNvSpPr/>
          <p:nvPr/>
        </p:nvSpPr>
        <p:spPr>
          <a:xfrm>
            <a:off x="11683999" y="5778094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8" name="object 24">
            <a:extLst>
              <a:ext uri="{FF2B5EF4-FFF2-40B4-BE49-F238E27FC236}">
                <a16:creationId xmlns:a16="http://schemas.microsoft.com/office/drawing/2014/main" id="{2982E232-EE1E-5243-6A1F-8BA9CFD5DCC3}"/>
              </a:ext>
            </a:extLst>
          </p:cNvPr>
          <p:cNvSpPr/>
          <p:nvPr/>
        </p:nvSpPr>
        <p:spPr>
          <a:xfrm>
            <a:off x="11842750" y="5778094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99" name="object 25">
            <a:extLst>
              <a:ext uri="{FF2B5EF4-FFF2-40B4-BE49-F238E27FC236}">
                <a16:creationId xmlns:a16="http://schemas.microsoft.com/office/drawing/2014/main" id="{6F3FE40B-B9FD-4BC5-9A70-2D3D84578CA6}"/>
              </a:ext>
            </a:extLst>
          </p:cNvPr>
          <p:cNvSpPr/>
          <p:nvPr/>
        </p:nvSpPr>
        <p:spPr>
          <a:xfrm>
            <a:off x="12001500" y="5778094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0" name="object 26">
            <a:extLst>
              <a:ext uri="{FF2B5EF4-FFF2-40B4-BE49-F238E27FC236}">
                <a16:creationId xmlns:a16="http://schemas.microsoft.com/office/drawing/2014/main" id="{78B640AC-77FD-BB34-B841-04B446A67AD2}"/>
              </a:ext>
            </a:extLst>
          </p:cNvPr>
          <p:cNvSpPr/>
          <p:nvPr/>
        </p:nvSpPr>
        <p:spPr>
          <a:xfrm>
            <a:off x="10890250" y="5936833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1" name="object 27">
            <a:extLst>
              <a:ext uri="{FF2B5EF4-FFF2-40B4-BE49-F238E27FC236}">
                <a16:creationId xmlns:a16="http://schemas.microsoft.com/office/drawing/2014/main" id="{C9FE287B-F177-C66F-390D-DF09C4203129}"/>
              </a:ext>
            </a:extLst>
          </p:cNvPr>
          <p:cNvSpPr/>
          <p:nvPr/>
        </p:nvSpPr>
        <p:spPr>
          <a:xfrm>
            <a:off x="11049000" y="5936833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2" name="object 28">
            <a:extLst>
              <a:ext uri="{FF2B5EF4-FFF2-40B4-BE49-F238E27FC236}">
                <a16:creationId xmlns:a16="http://schemas.microsoft.com/office/drawing/2014/main" id="{71398CA7-2FB5-436C-10D7-369B832DCC70}"/>
              </a:ext>
            </a:extLst>
          </p:cNvPr>
          <p:cNvSpPr/>
          <p:nvPr/>
        </p:nvSpPr>
        <p:spPr>
          <a:xfrm>
            <a:off x="11207750" y="5936833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3" name="object 29">
            <a:extLst>
              <a:ext uri="{FF2B5EF4-FFF2-40B4-BE49-F238E27FC236}">
                <a16:creationId xmlns:a16="http://schemas.microsoft.com/office/drawing/2014/main" id="{544FCCC9-A1A8-DB28-736D-6D937312716D}"/>
              </a:ext>
            </a:extLst>
          </p:cNvPr>
          <p:cNvSpPr/>
          <p:nvPr/>
        </p:nvSpPr>
        <p:spPr>
          <a:xfrm>
            <a:off x="11366500" y="5936833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4" name="object 30">
            <a:extLst>
              <a:ext uri="{FF2B5EF4-FFF2-40B4-BE49-F238E27FC236}">
                <a16:creationId xmlns:a16="http://schemas.microsoft.com/office/drawing/2014/main" id="{0CF59AF2-DBFA-6267-BF99-BC5CD97D600A}"/>
              </a:ext>
            </a:extLst>
          </p:cNvPr>
          <p:cNvSpPr/>
          <p:nvPr/>
        </p:nvSpPr>
        <p:spPr>
          <a:xfrm>
            <a:off x="11525250" y="5936833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5" name="object 31">
            <a:extLst>
              <a:ext uri="{FF2B5EF4-FFF2-40B4-BE49-F238E27FC236}">
                <a16:creationId xmlns:a16="http://schemas.microsoft.com/office/drawing/2014/main" id="{D78078D3-2413-E0C7-69FD-E1965DB88B95}"/>
              </a:ext>
            </a:extLst>
          </p:cNvPr>
          <p:cNvSpPr/>
          <p:nvPr/>
        </p:nvSpPr>
        <p:spPr>
          <a:xfrm>
            <a:off x="11683999" y="5936833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6" name="object 32">
            <a:extLst>
              <a:ext uri="{FF2B5EF4-FFF2-40B4-BE49-F238E27FC236}">
                <a16:creationId xmlns:a16="http://schemas.microsoft.com/office/drawing/2014/main" id="{F6827355-F131-C267-8814-63C2CD5F1F4E}"/>
              </a:ext>
            </a:extLst>
          </p:cNvPr>
          <p:cNvSpPr/>
          <p:nvPr/>
        </p:nvSpPr>
        <p:spPr>
          <a:xfrm>
            <a:off x="11842750" y="5936833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7" name="object 33">
            <a:extLst>
              <a:ext uri="{FF2B5EF4-FFF2-40B4-BE49-F238E27FC236}">
                <a16:creationId xmlns:a16="http://schemas.microsoft.com/office/drawing/2014/main" id="{C9A21509-67A0-0C3C-EBA5-30D50661096A}"/>
              </a:ext>
            </a:extLst>
          </p:cNvPr>
          <p:cNvSpPr/>
          <p:nvPr/>
        </p:nvSpPr>
        <p:spPr>
          <a:xfrm>
            <a:off x="12001500" y="5936833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8" name="object 34">
            <a:extLst>
              <a:ext uri="{FF2B5EF4-FFF2-40B4-BE49-F238E27FC236}">
                <a16:creationId xmlns:a16="http://schemas.microsoft.com/office/drawing/2014/main" id="{2FC9D6A5-BEE0-5734-D55F-06FD20B3B317}"/>
              </a:ext>
            </a:extLst>
          </p:cNvPr>
          <p:cNvSpPr/>
          <p:nvPr/>
        </p:nvSpPr>
        <p:spPr>
          <a:xfrm>
            <a:off x="10890250" y="6095573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09" name="object 35">
            <a:extLst>
              <a:ext uri="{FF2B5EF4-FFF2-40B4-BE49-F238E27FC236}">
                <a16:creationId xmlns:a16="http://schemas.microsoft.com/office/drawing/2014/main" id="{D58B83BD-ADEA-1C88-1A04-A52E4C6F60FA}"/>
              </a:ext>
            </a:extLst>
          </p:cNvPr>
          <p:cNvSpPr/>
          <p:nvPr/>
        </p:nvSpPr>
        <p:spPr>
          <a:xfrm>
            <a:off x="11049000" y="6095573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0" name="object 36">
            <a:extLst>
              <a:ext uri="{FF2B5EF4-FFF2-40B4-BE49-F238E27FC236}">
                <a16:creationId xmlns:a16="http://schemas.microsoft.com/office/drawing/2014/main" id="{A304D8BF-DBE1-4901-9A56-AEB03D4FC64C}"/>
              </a:ext>
            </a:extLst>
          </p:cNvPr>
          <p:cNvSpPr/>
          <p:nvPr/>
        </p:nvSpPr>
        <p:spPr>
          <a:xfrm>
            <a:off x="11207750" y="6095573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1" name="object 37">
            <a:extLst>
              <a:ext uri="{FF2B5EF4-FFF2-40B4-BE49-F238E27FC236}">
                <a16:creationId xmlns:a16="http://schemas.microsoft.com/office/drawing/2014/main" id="{96FE0891-13C0-E411-5217-A7D7F91E99E3}"/>
              </a:ext>
            </a:extLst>
          </p:cNvPr>
          <p:cNvSpPr/>
          <p:nvPr/>
        </p:nvSpPr>
        <p:spPr>
          <a:xfrm>
            <a:off x="11366500" y="6095573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2" name="object 38">
            <a:extLst>
              <a:ext uri="{FF2B5EF4-FFF2-40B4-BE49-F238E27FC236}">
                <a16:creationId xmlns:a16="http://schemas.microsoft.com/office/drawing/2014/main" id="{7D42E5C9-7E90-029A-0D19-C94B7F0E46B3}"/>
              </a:ext>
            </a:extLst>
          </p:cNvPr>
          <p:cNvSpPr/>
          <p:nvPr/>
        </p:nvSpPr>
        <p:spPr>
          <a:xfrm>
            <a:off x="11525250" y="6095573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3" name="object 39">
            <a:extLst>
              <a:ext uri="{FF2B5EF4-FFF2-40B4-BE49-F238E27FC236}">
                <a16:creationId xmlns:a16="http://schemas.microsoft.com/office/drawing/2014/main" id="{F5F5D711-E670-C239-4E4E-FC9A3BD94481}"/>
              </a:ext>
            </a:extLst>
          </p:cNvPr>
          <p:cNvSpPr/>
          <p:nvPr/>
        </p:nvSpPr>
        <p:spPr>
          <a:xfrm>
            <a:off x="11683999" y="6095573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4" name="object 40">
            <a:extLst>
              <a:ext uri="{FF2B5EF4-FFF2-40B4-BE49-F238E27FC236}">
                <a16:creationId xmlns:a16="http://schemas.microsoft.com/office/drawing/2014/main" id="{DB6C09BC-63D6-20CE-2DD1-8997A211A895}"/>
              </a:ext>
            </a:extLst>
          </p:cNvPr>
          <p:cNvSpPr/>
          <p:nvPr/>
        </p:nvSpPr>
        <p:spPr>
          <a:xfrm>
            <a:off x="11842750" y="6095573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5" name="object 41">
            <a:extLst>
              <a:ext uri="{FF2B5EF4-FFF2-40B4-BE49-F238E27FC236}">
                <a16:creationId xmlns:a16="http://schemas.microsoft.com/office/drawing/2014/main" id="{4E5323EC-7FA3-C6D5-6A4C-00F4ECB3BD90}"/>
              </a:ext>
            </a:extLst>
          </p:cNvPr>
          <p:cNvSpPr/>
          <p:nvPr/>
        </p:nvSpPr>
        <p:spPr>
          <a:xfrm>
            <a:off x="12001500" y="6095573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6" name="object 42">
            <a:extLst>
              <a:ext uri="{FF2B5EF4-FFF2-40B4-BE49-F238E27FC236}">
                <a16:creationId xmlns:a16="http://schemas.microsoft.com/office/drawing/2014/main" id="{02705916-8B70-DD15-4A5F-715E75A48FBE}"/>
              </a:ext>
            </a:extLst>
          </p:cNvPr>
          <p:cNvSpPr/>
          <p:nvPr/>
        </p:nvSpPr>
        <p:spPr>
          <a:xfrm>
            <a:off x="10890250" y="6254311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7" name="object 43">
            <a:extLst>
              <a:ext uri="{FF2B5EF4-FFF2-40B4-BE49-F238E27FC236}">
                <a16:creationId xmlns:a16="http://schemas.microsoft.com/office/drawing/2014/main" id="{FD46C018-63A4-ABBA-01B5-6C5231EDD5AE}"/>
              </a:ext>
            </a:extLst>
          </p:cNvPr>
          <p:cNvSpPr/>
          <p:nvPr/>
        </p:nvSpPr>
        <p:spPr>
          <a:xfrm>
            <a:off x="11049000" y="6254311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8" name="object 44">
            <a:extLst>
              <a:ext uri="{FF2B5EF4-FFF2-40B4-BE49-F238E27FC236}">
                <a16:creationId xmlns:a16="http://schemas.microsoft.com/office/drawing/2014/main" id="{F5E2BB4F-3FD1-26E3-EDD1-B5F65C17ABC1}"/>
              </a:ext>
            </a:extLst>
          </p:cNvPr>
          <p:cNvSpPr/>
          <p:nvPr/>
        </p:nvSpPr>
        <p:spPr>
          <a:xfrm>
            <a:off x="11207750" y="6254311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19" name="object 45">
            <a:extLst>
              <a:ext uri="{FF2B5EF4-FFF2-40B4-BE49-F238E27FC236}">
                <a16:creationId xmlns:a16="http://schemas.microsoft.com/office/drawing/2014/main" id="{E160EFCE-C8B1-D03A-BDA1-ECF82AE14D0B}"/>
              </a:ext>
            </a:extLst>
          </p:cNvPr>
          <p:cNvSpPr/>
          <p:nvPr/>
        </p:nvSpPr>
        <p:spPr>
          <a:xfrm>
            <a:off x="11366500" y="6254311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0" name="object 46">
            <a:extLst>
              <a:ext uri="{FF2B5EF4-FFF2-40B4-BE49-F238E27FC236}">
                <a16:creationId xmlns:a16="http://schemas.microsoft.com/office/drawing/2014/main" id="{5F432F18-1672-7D0B-4728-D4C6FF8F8801}"/>
              </a:ext>
            </a:extLst>
          </p:cNvPr>
          <p:cNvSpPr/>
          <p:nvPr/>
        </p:nvSpPr>
        <p:spPr>
          <a:xfrm>
            <a:off x="11525250" y="6254311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1" name="object 47">
            <a:extLst>
              <a:ext uri="{FF2B5EF4-FFF2-40B4-BE49-F238E27FC236}">
                <a16:creationId xmlns:a16="http://schemas.microsoft.com/office/drawing/2014/main" id="{C0A72CCD-B71B-F395-76B5-974BEADD7EEA}"/>
              </a:ext>
            </a:extLst>
          </p:cNvPr>
          <p:cNvSpPr/>
          <p:nvPr/>
        </p:nvSpPr>
        <p:spPr>
          <a:xfrm>
            <a:off x="11683999" y="6254311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2" name="object 48">
            <a:extLst>
              <a:ext uri="{FF2B5EF4-FFF2-40B4-BE49-F238E27FC236}">
                <a16:creationId xmlns:a16="http://schemas.microsoft.com/office/drawing/2014/main" id="{A92F5419-A051-80FC-2D0D-5ADA94B0C58A}"/>
              </a:ext>
            </a:extLst>
          </p:cNvPr>
          <p:cNvSpPr/>
          <p:nvPr/>
        </p:nvSpPr>
        <p:spPr>
          <a:xfrm>
            <a:off x="11842750" y="6254311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3" name="object 49">
            <a:extLst>
              <a:ext uri="{FF2B5EF4-FFF2-40B4-BE49-F238E27FC236}">
                <a16:creationId xmlns:a16="http://schemas.microsoft.com/office/drawing/2014/main" id="{A96799CD-2D30-A417-94D4-C9733E4B4CD2}"/>
              </a:ext>
            </a:extLst>
          </p:cNvPr>
          <p:cNvSpPr/>
          <p:nvPr/>
        </p:nvSpPr>
        <p:spPr>
          <a:xfrm>
            <a:off x="12001500" y="6254311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4" name="object 50">
            <a:extLst>
              <a:ext uri="{FF2B5EF4-FFF2-40B4-BE49-F238E27FC236}">
                <a16:creationId xmlns:a16="http://schemas.microsoft.com/office/drawing/2014/main" id="{87525E38-3C67-2779-711A-077583B5B678}"/>
              </a:ext>
            </a:extLst>
          </p:cNvPr>
          <p:cNvSpPr/>
          <p:nvPr/>
        </p:nvSpPr>
        <p:spPr>
          <a:xfrm>
            <a:off x="10890250" y="6413050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5" name="object 51">
            <a:extLst>
              <a:ext uri="{FF2B5EF4-FFF2-40B4-BE49-F238E27FC236}">
                <a16:creationId xmlns:a16="http://schemas.microsoft.com/office/drawing/2014/main" id="{A5B6DE6B-6EBD-7724-3822-1313EA28AAE8}"/>
              </a:ext>
            </a:extLst>
          </p:cNvPr>
          <p:cNvSpPr/>
          <p:nvPr/>
        </p:nvSpPr>
        <p:spPr>
          <a:xfrm>
            <a:off x="11049000" y="6413050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6" name="object 52">
            <a:extLst>
              <a:ext uri="{FF2B5EF4-FFF2-40B4-BE49-F238E27FC236}">
                <a16:creationId xmlns:a16="http://schemas.microsoft.com/office/drawing/2014/main" id="{C87D22A7-17AB-D0DB-6EA7-4F7CB5C61388}"/>
              </a:ext>
            </a:extLst>
          </p:cNvPr>
          <p:cNvSpPr/>
          <p:nvPr/>
        </p:nvSpPr>
        <p:spPr>
          <a:xfrm>
            <a:off x="11207750" y="6413050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7" name="object 53">
            <a:extLst>
              <a:ext uri="{FF2B5EF4-FFF2-40B4-BE49-F238E27FC236}">
                <a16:creationId xmlns:a16="http://schemas.microsoft.com/office/drawing/2014/main" id="{8B007346-539C-A934-61B2-390BE11E8EF6}"/>
              </a:ext>
            </a:extLst>
          </p:cNvPr>
          <p:cNvSpPr/>
          <p:nvPr/>
        </p:nvSpPr>
        <p:spPr>
          <a:xfrm>
            <a:off x="11366500" y="6413050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8" name="object 54">
            <a:extLst>
              <a:ext uri="{FF2B5EF4-FFF2-40B4-BE49-F238E27FC236}">
                <a16:creationId xmlns:a16="http://schemas.microsoft.com/office/drawing/2014/main" id="{6FD13F07-4E54-D139-2671-067518A0B495}"/>
              </a:ext>
            </a:extLst>
          </p:cNvPr>
          <p:cNvSpPr/>
          <p:nvPr/>
        </p:nvSpPr>
        <p:spPr>
          <a:xfrm>
            <a:off x="11525250" y="6413050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29" name="object 55">
            <a:extLst>
              <a:ext uri="{FF2B5EF4-FFF2-40B4-BE49-F238E27FC236}">
                <a16:creationId xmlns:a16="http://schemas.microsoft.com/office/drawing/2014/main" id="{BDA3A08D-9B23-2624-4E59-79252C735846}"/>
              </a:ext>
            </a:extLst>
          </p:cNvPr>
          <p:cNvSpPr/>
          <p:nvPr/>
        </p:nvSpPr>
        <p:spPr>
          <a:xfrm>
            <a:off x="11683999" y="6413050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0" name="object 56">
            <a:extLst>
              <a:ext uri="{FF2B5EF4-FFF2-40B4-BE49-F238E27FC236}">
                <a16:creationId xmlns:a16="http://schemas.microsoft.com/office/drawing/2014/main" id="{C5F23F74-DF01-E0A6-660A-33D26EE28150}"/>
              </a:ext>
            </a:extLst>
          </p:cNvPr>
          <p:cNvSpPr/>
          <p:nvPr/>
        </p:nvSpPr>
        <p:spPr>
          <a:xfrm>
            <a:off x="11842750" y="6413050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1" name="object 57">
            <a:extLst>
              <a:ext uri="{FF2B5EF4-FFF2-40B4-BE49-F238E27FC236}">
                <a16:creationId xmlns:a16="http://schemas.microsoft.com/office/drawing/2014/main" id="{5F1C8A1B-3718-564E-3216-747AB44E5F18}"/>
              </a:ext>
            </a:extLst>
          </p:cNvPr>
          <p:cNvSpPr/>
          <p:nvPr/>
        </p:nvSpPr>
        <p:spPr>
          <a:xfrm>
            <a:off x="12001500" y="6413050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2" name="object 58">
            <a:extLst>
              <a:ext uri="{FF2B5EF4-FFF2-40B4-BE49-F238E27FC236}">
                <a16:creationId xmlns:a16="http://schemas.microsoft.com/office/drawing/2014/main" id="{425072C4-C1F8-3FF1-DD73-966D5338C632}"/>
              </a:ext>
            </a:extLst>
          </p:cNvPr>
          <p:cNvSpPr/>
          <p:nvPr/>
        </p:nvSpPr>
        <p:spPr>
          <a:xfrm>
            <a:off x="10890250" y="6571789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3" name="object 59">
            <a:extLst>
              <a:ext uri="{FF2B5EF4-FFF2-40B4-BE49-F238E27FC236}">
                <a16:creationId xmlns:a16="http://schemas.microsoft.com/office/drawing/2014/main" id="{26EECDC2-D2BA-E094-3E4B-B670B8557D62}"/>
              </a:ext>
            </a:extLst>
          </p:cNvPr>
          <p:cNvSpPr/>
          <p:nvPr/>
        </p:nvSpPr>
        <p:spPr>
          <a:xfrm>
            <a:off x="11049000" y="6571789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4" name="object 60">
            <a:extLst>
              <a:ext uri="{FF2B5EF4-FFF2-40B4-BE49-F238E27FC236}">
                <a16:creationId xmlns:a16="http://schemas.microsoft.com/office/drawing/2014/main" id="{415C2186-66B0-5BB9-5FE7-5BEAF0C7B624}"/>
              </a:ext>
            </a:extLst>
          </p:cNvPr>
          <p:cNvSpPr/>
          <p:nvPr/>
        </p:nvSpPr>
        <p:spPr>
          <a:xfrm>
            <a:off x="11207750" y="6571789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5" name="object 61">
            <a:extLst>
              <a:ext uri="{FF2B5EF4-FFF2-40B4-BE49-F238E27FC236}">
                <a16:creationId xmlns:a16="http://schemas.microsoft.com/office/drawing/2014/main" id="{EC79CAA8-7DCB-3FA4-E39C-585C718D2D9B}"/>
              </a:ext>
            </a:extLst>
          </p:cNvPr>
          <p:cNvSpPr/>
          <p:nvPr/>
        </p:nvSpPr>
        <p:spPr>
          <a:xfrm>
            <a:off x="11366500" y="6571789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6" name="object 62">
            <a:extLst>
              <a:ext uri="{FF2B5EF4-FFF2-40B4-BE49-F238E27FC236}">
                <a16:creationId xmlns:a16="http://schemas.microsoft.com/office/drawing/2014/main" id="{E1C28C22-934A-F74B-010B-68635D41E38F}"/>
              </a:ext>
            </a:extLst>
          </p:cNvPr>
          <p:cNvSpPr/>
          <p:nvPr/>
        </p:nvSpPr>
        <p:spPr>
          <a:xfrm>
            <a:off x="11525250" y="6571789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7" name="object 63">
            <a:extLst>
              <a:ext uri="{FF2B5EF4-FFF2-40B4-BE49-F238E27FC236}">
                <a16:creationId xmlns:a16="http://schemas.microsoft.com/office/drawing/2014/main" id="{1D26F74F-5635-3ED5-F7EB-D911EF5AEAFC}"/>
              </a:ext>
            </a:extLst>
          </p:cNvPr>
          <p:cNvSpPr/>
          <p:nvPr/>
        </p:nvSpPr>
        <p:spPr>
          <a:xfrm>
            <a:off x="11683999" y="6571789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8" name="object 64">
            <a:extLst>
              <a:ext uri="{FF2B5EF4-FFF2-40B4-BE49-F238E27FC236}">
                <a16:creationId xmlns:a16="http://schemas.microsoft.com/office/drawing/2014/main" id="{73D1638D-799C-5F04-93F0-7320F38D004B}"/>
              </a:ext>
            </a:extLst>
          </p:cNvPr>
          <p:cNvSpPr/>
          <p:nvPr/>
        </p:nvSpPr>
        <p:spPr>
          <a:xfrm>
            <a:off x="11842750" y="6571789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39" name="object 65">
            <a:extLst>
              <a:ext uri="{FF2B5EF4-FFF2-40B4-BE49-F238E27FC236}">
                <a16:creationId xmlns:a16="http://schemas.microsoft.com/office/drawing/2014/main" id="{0EE06BFE-222C-9B03-1B4E-7756AB2A287D}"/>
              </a:ext>
            </a:extLst>
          </p:cNvPr>
          <p:cNvSpPr/>
          <p:nvPr/>
        </p:nvSpPr>
        <p:spPr>
          <a:xfrm>
            <a:off x="12001500" y="6571789"/>
            <a:ext cx="31963" cy="31960"/>
          </a:xfrm>
          <a:custGeom>
            <a:avLst/>
            <a:gdLst/>
            <a:ahLst/>
            <a:cxnLst/>
            <a:rect l="l" t="t" r="r" b="b"/>
            <a:pathLst>
              <a:path w="52705" h="52704">
                <a:moveTo>
                  <a:pt x="26177" y="0"/>
                </a:moveTo>
                <a:lnTo>
                  <a:pt x="15986" y="2056"/>
                </a:lnTo>
                <a:lnTo>
                  <a:pt x="7665" y="7665"/>
                </a:lnTo>
                <a:lnTo>
                  <a:pt x="2056" y="15986"/>
                </a:lnTo>
                <a:lnTo>
                  <a:pt x="0" y="26177"/>
                </a:lnTo>
                <a:lnTo>
                  <a:pt x="2056" y="36367"/>
                </a:lnTo>
                <a:lnTo>
                  <a:pt x="7665" y="44688"/>
                </a:lnTo>
                <a:lnTo>
                  <a:pt x="15986" y="50297"/>
                </a:lnTo>
                <a:lnTo>
                  <a:pt x="26177" y="52354"/>
                </a:lnTo>
                <a:lnTo>
                  <a:pt x="36367" y="50297"/>
                </a:lnTo>
                <a:lnTo>
                  <a:pt x="44688" y="44688"/>
                </a:lnTo>
                <a:lnTo>
                  <a:pt x="50297" y="36367"/>
                </a:lnTo>
                <a:lnTo>
                  <a:pt x="52354" y="26177"/>
                </a:lnTo>
                <a:lnTo>
                  <a:pt x="50297" y="15986"/>
                </a:lnTo>
                <a:lnTo>
                  <a:pt x="44688" y="7665"/>
                </a:lnTo>
                <a:lnTo>
                  <a:pt x="36367" y="2056"/>
                </a:lnTo>
                <a:lnTo>
                  <a:pt x="26177" y="0"/>
                </a:lnTo>
                <a:close/>
              </a:path>
            </a:pathLst>
          </a:custGeom>
          <a:solidFill>
            <a:srgbClr val="333333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0" name="object 69">
            <a:extLst>
              <a:ext uri="{FF2B5EF4-FFF2-40B4-BE49-F238E27FC236}">
                <a16:creationId xmlns:a16="http://schemas.microsoft.com/office/drawing/2014/main" id="{F98BA74E-E5FE-02DC-F50C-DE7DFF24840D}"/>
              </a:ext>
            </a:extLst>
          </p:cNvPr>
          <p:cNvSpPr/>
          <p:nvPr/>
        </p:nvSpPr>
        <p:spPr>
          <a:xfrm>
            <a:off x="635000" y="634955"/>
            <a:ext cx="0" cy="889114"/>
          </a:xfrm>
          <a:custGeom>
            <a:avLst/>
            <a:gdLst/>
            <a:ahLst/>
            <a:cxnLst/>
            <a:rect l="l" t="t" r="r" b="b"/>
            <a:pathLst>
              <a:path h="1466214">
                <a:moveTo>
                  <a:pt x="0" y="0"/>
                </a:moveTo>
                <a:lnTo>
                  <a:pt x="0" y="1465923"/>
                </a:lnTo>
              </a:path>
            </a:pathLst>
          </a:custGeom>
          <a:ln w="104708">
            <a:solidFill>
              <a:srgbClr val="C1272C"/>
            </a:solidFill>
          </a:ln>
        </p:spPr>
        <p:txBody>
          <a:bodyPr wrap="square" lIns="0" tIns="0" rIns="0" bIns="0" rtlCol="0"/>
          <a:lstStyle/>
          <a:p>
            <a:endParaRPr sz="1092"/>
          </a:p>
        </p:txBody>
      </p:sp>
      <p:sp>
        <p:nvSpPr>
          <p:cNvPr id="141" name="object 70">
            <a:extLst>
              <a:ext uri="{FF2B5EF4-FFF2-40B4-BE49-F238E27FC236}">
                <a16:creationId xmlns:a16="http://schemas.microsoft.com/office/drawing/2014/main" id="{B235A5FC-D0F9-A127-5E37-1AD53753FDCE}"/>
              </a:ext>
            </a:extLst>
          </p:cNvPr>
          <p:cNvSpPr/>
          <p:nvPr/>
        </p:nvSpPr>
        <p:spPr>
          <a:xfrm>
            <a:off x="0" y="6762275"/>
            <a:ext cx="12192000" cy="95496"/>
          </a:xfrm>
          <a:custGeom>
            <a:avLst/>
            <a:gdLst/>
            <a:ahLst/>
            <a:cxnLst/>
            <a:rect l="l" t="t" r="r" b="b"/>
            <a:pathLst>
              <a:path w="20104100" h="157479">
                <a:moveTo>
                  <a:pt x="20104099" y="0"/>
                </a:moveTo>
                <a:lnTo>
                  <a:pt x="0" y="0"/>
                </a:lnTo>
                <a:lnTo>
                  <a:pt x="0" y="157063"/>
                </a:lnTo>
                <a:lnTo>
                  <a:pt x="20104099" y="157063"/>
                </a:lnTo>
                <a:lnTo>
                  <a:pt x="20104099" y="0"/>
                </a:lnTo>
                <a:close/>
              </a:path>
            </a:pathLst>
          </a:custGeom>
          <a:solidFill>
            <a:srgbClr val="C1272C"/>
          </a:solidFill>
        </p:spPr>
        <p:txBody>
          <a:bodyPr wrap="square" lIns="0" tIns="0" rIns="0" bIns="0" rtlCol="0"/>
          <a:lstStyle/>
          <a:p>
            <a:endParaRPr sz="1092"/>
          </a:p>
        </p:txBody>
      </p:sp>
      <p:grpSp>
        <p:nvGrpSpPr>
          <p:cNvPr id="143" name="object 3">
            <a:extLst>
              <a:ext uri="{FF2B5EF4-FFF2-40B4-BE49-F238E27FC236}">
                <a16:creationId xmlns:a16="http://schemas.microsoft.com/office/drawing/2014/main" id="{BCAD9C0B-0307-2E45-F812-4F853C90FCC4}"/>
              </a:ext>
            </a:extLst>
          </p:cNvPr>
          <p:cNvGrpSpPr/>
          <p:nvPr/>
        </p:nvGrpSpPr>
        <p:grpSpPr>
          <a:xfrm>
            <a:off x="9317399" y="634955"/>
            <a:ext cx="2239731" cy="571821"/>
            <a:chOff x="15364003" y="1047088"/>
            <a:chExt cx="3693223" cy="942975"/>
          </a:xfrm>
        </p:grpSpPr>
        <p:sp>
          <p:nvSpPr>
            <p:cNvPr id="144" name="object 4">
              <a:extLst>
                <a:ext uri="{FF2B5EF4-FFF2-40B4-BE49-F238E27FC236}">
                  <a16:creationId xmlns:a16="http://schemas.microsoft.com/office/drawing/2014/main" id="{07ED7B35-3B80-E040-C6CB-86C44417DD45}"/>
                </a:ext>
              </a:extLst>
            </p:cNvPr>
            <p:cNvSpPr/>
            <p:nvPr/>
          </p:nvSpPr>
          <p:spPr>
            <a:xfrm>
              <a:off x="15364066" y="1047088"/>
              <a:ext cx="3693160" cy="942975"/>
            </a:xfrm>
            <a:custGeom>
              <a:avLst/>
              <a:gdLst/>
              <a:ahLst/>
              <a:cxnLst/>
              <a:rect l="l" t="t" r="r" b="b"/>
              <a:pathLst>
                <a:path w="3693159" h="942975">
                  <a:moveTo>
                    <a:pt x="3692945" y="0"/>
                  </a:moveTo>
                  <a:lnTo>
                    <a:pt x="0" y="0"/>
                  </a:lnTo>
                  <a:lnTo>
                    <a:pt x="0" y="942379"/>
                  </a:lnTo>
                  <a:lnTo>
                    <a:pt x="3692945" y="942379"/>
                  </a:lnTo>
                  <a:lnTo>
                    <a:pt x="3692945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145" name="object 5">
              <a:extLst>
                <a:ext uri="{FF2B5EF4-FFF2-40B4-BE49-F238E27FC236}">
                  <a16:creationId xmlns:a16="http://schemas.microsoft.com/office/drawing/2014/main" id="{420A651C-50BA-3303-C6A3-5C05D5B30E62}"/>
                </a:ext>
              </a:extLst>
            </p:cNvPr>
            <p:cNvSpPr/>
            <p:nvPr/>
          </p:nvSpPr>
          <p:spPr>
            <a:xfrm>
              <a:off x="15364003" y="1167618"/>
              <a:ext cx="3693160" cy="700405"/>
            </a:xfrm>
            <a:custGeom>
              <a:avLst/>
              <a:gdLst/>
              <a:ahLst/>
              <a:cxnLst/>
              <a:rect l="l" t="t" r="r" b="b"/>
              <a:pathLst>
                <a:path w="3693159" h="700405">
                  <a:moveTo>
                    <a:pt x="198348" y="660984"/>
                  </a:moveTo>
                  <a:lnTo>
                    <a:pt x="0" y="660984"/>
                  </a:lnTo>
                  <a:lnTo>
                    <a:pt x="0" y="685812"/>
                  </a:lnTo>
                  <a:lnTo>
                    <a:pt x="198348" y="685812"/>
                  </a:lnTo>
                  <a:lnTo>
                    <a:pt x="198348" y="660984"/>
                  </a:lnTo>
                  <a:close/>
                </a:path>
                <a:path w="3693159" h="700405">
                  <a:moveTo>
                    <a:pt x="198348" y="502246"/>
                  </a:moveTo>
                  <a:lnTo>
                    <a:pt x="0" y="502246"/>
                  </a:lnTo>
                  <a:lnTo>
                    <a:pt x="0" y="527050"/>
                  </a:lnTo>
                  <a:lnTo>
                    <a:pt x="198348" y="527050"/>
                  </a:lnTo>
                  <a:lnTo>
                    <a:pt x="198348" y="502246"/>
                  </a:lnTo>
                  <a:close/>
                </a:path>
                <a:path w="3693159" h="700405">
                  <a:moveTo>
                    <a:pt x="198348" y="337540"/>
                  </a:moveTo>
                  <a:lnTo>
                    <a:pt x="0" y="337540"/>
                  </a:lnTo>
                  <a:lnTo>
                    <a:pt x="0" y="362356"/>
                  </a:lnTo>
                  <a:lnTo>
                    <a:pt x="198348" y="362356"/>
                  </a:lnTo>
                  <a:lnTo>
                    <a:pt x="198348" y="337540"/>
                  </a:lnTo>
                  <a:close/>
                </a:path>
                <a:path w="3693159" h="700405">
                  <a:moveTo>
                    <a:pt x="198348" y="175044"/>
                  </a:moveTo>
                  <a:lnTo>
                    <a:pt x="0" y="175044"/>
                  </a:lnTo>
                  <a:lnTo>
                    <a:pt x="0" y="199898"/>
                  </a:lnTo>
                  <a:lnTo>
                    <a:pt x="198348" y="199898"/>
                  </a:lnTo>
                  <a:lnTo>
                    <a:pt x="198348" y="175044"/>
                  </a:lnTo>
                  <a:close/>
                </a:path>
                <a:path w="3693159" h="700405">
                  <a:moveTo>
                    <a:pt x="198348" y="16789"/>
                  </a:moveTo>
                  <a:lnTo>
                    <a:pt x="0" y="16789"/>
                  </a:lnTo>
                  <a:lnTo>
                    <a:pt x="0" y="41592"/>
                  </a:lnTo>
                  <a:lnTo>
                    <a:pt x="198348" y="41592"/>
                  </a:lnTo>
                  <a:lnTo>
                    <a:pt x="198348" y="16789"/>
                  </a:lnTo>
                  <a:close/>
                </a:path>
                <a:path w="3693159" h="700405">
                  <a:moveTo>
                    <a:pt x="908519" y="161366"/>
                  </a:moveTo>
                  <a:lnTo>
                    <a:pt x="906360" y="130289"/>
                  </a:lnTo>
                  <a:lnTo>
                    <a:pt x="905611" y="119291"/>
                  </a:lnTo>
                  <a:lnTo>
                    <a:pt x="892365" y="84505"/>
                  </a:lnTo>
                  <a:lnTo>
                    <a:pt x="840524" y="34785"/>
                  </a:lnTo>
                  <a:lnTo>
                    <a:pt x="804722" y="18783"/>
                  </a:lnTo>
                  <a:lnTo>
                    <a:pt x="764197" y="8001"/>
                  </a:lnTo>
                  <a:lnTo>
                    <a:pt x="720369" y="1905"/>
                  </a:lnTo>
                  <a:lnTo>
                    <a:pt x="674636" y="0"/>
                  </a:lnTo>
                  <a:lnTo>
                    <a:pt x="627634" y="1714"/>
                  </a:lnTo>
                  <a:lnTo>
                    <a:pt x="580974" y="7264"/>
                  </a:lnTo>
                  <a:lnTo>
                    <a:pt x="535597" y="17233"/>
                  </a:lnTo>
                  <a:lnTo>
                    <a:pt x="492467" y="32207"/>
                  </a:lnTo>
                  <a:lnTo>
                    <a:pt x="452539" y="52793"/>
                  </a:lnTo>
                  <a:lnTo>
                    <a:pt x="416775" y="79552"/>
                  </a:lnTo>
                  <a:lnTo>
                    <a:pt x="386105" y="113106"/>
                  </a:lnTo>
                  <a:lnTo>
                    <a:pt x="361505" y="154012"/>
                  </a:lnTo>
                  <a:lnTo>
                    <a:pt x="343928" y="202895"/>
                  </a:lnTo>
                  <a:lnTo>
                    <a:pt x="339178" y="254914"/>
                  </a:lnTo>
                  <a:lnTo>
                    <a:pt x="348348" y="300837"/>
                  </a:lnTo>
                  <a:lnTo>
                    <a:pt x="371932" y="338734"/>
                  </a:lnTo>
                  <a:lnTo>
                    <a:pt x="410464" y="366699"/>
                  </a:lnTo>
                  <a:lnTo>
                    <a:pt x="460248" y="387223"/>
                  </a:lnTo>
                  <a:lnTo>
                    <a:pt x="508927" y="402183"/>
                  </a:lnTo>
                  <a:lnTo>
                    <a:pt x="594918" y="424510"/>
                  </a:lnTo>
                  <a:lnTo>
                    <a:pt x="628230" y="436435"/>
                  </a:lnTo>
                  <a:lnTo>
                    <a:pt x="652437" y="451891"/>
                  </a:lnTo>
                  <a:lnTo>
                    <a:pt x="665518" y="473189"/>
                  </a:lnTo>
                  <a:lnTo>
                    <a:pt x="665480" y="502577"/>
                  </a:lnTo>
                  <a:lnTo>
                    <a:pt x="650036" y="531888"/>
                  </a:lnTo>
                  <a:lnTo>
                    <a:pt x="622058" y="552818"/>
                  </a:lnTo>
                  <a:lnTo>
                    <a:pt x="587781" y="565378"/>
                  </a:lnTo>
                  <a:lnTo>
                    <a:pt x="553491" y="569556"/>
                  </a:lnTo>
                  <a:lnTo>
                    <a:pt x="508863" y="563194"/>
                  </a:lnTo>
                  <a:lnTo>
                    <a:pt x="477088" y="544436"/>
                  </a:lnTo>
                  <a:lnTo>
                    <a:pt x="460565" y="513829"/>
                  </a:lnTo>
                  <a:lnTo>
                    <a:pt x="461657" y="471868"/>
                  </a:lnTo>
                  <a:lnTo>
                    <a:pt x="275513" y="471868"/>
                  </a:lnTo>
                  <a:lnTo>
                    <a:pt x="269417" y="527735"/>
                  </a:lnTo>
                  <a:lnTo>
                    <a:pt x="274345" y="574230"/>
                  </a:lnTo>
                  <a:lnTo>
                    <a:pt x="289204" y="612089"/>
                  </a:lnTo>
                  <a:lnTo>
                    <a:pt x="312864" y="642086"/>
                  </a:lnTo>
                  <a:lnTo>
                    <a:pt x="344195" y="664946"/>
                  </a:lnTo>
                  <a:lnTo>
                    <a:pt x="382104" y="681418"/>
                  </a:lnTo>
                  <a:lnTo>
                    <a:pt x="425462" y="692264"/>
                  </a:lnTo>
                  <a:lnTo>
                    <a:pt x="473138" y="698233"/>
                  </a:lnTo>
                  <a:lnTo>
                    <a:pt x="524040" y="700049"/>
                  </a:lnTo>
                  <a:lnTo>
                    <a:pt x="575614" y="697547"/>
                  </a:lnTo>
                  <a:lnTo>
                    <a:pt x="626071" y="690016"/>
                  </a:lnTo>
                  <a:lnTo>
                    <a:pt x="674395" y="677392"/>
                  </a:lnTo>
                  <a:lnTo>
                    <a:pt x="719594" y="659612"/>
                  </a:lnTo>
                  <a:lnTo>
                    <a:pt x="760653" y="636625"/>
                  </a:lnTo>
                  <a:lnTo>
                    <a:pt x="796569" y="608368"/>
                  </a:lnTo>
                  <a:lnTo>
                    <a:pt x="826338" y="574776"/>
                  </a:lnTo>
                  <a:lnTo>
                    <a:pt x="829360" y="569556"/>
                  </a:lnTo>
                  <a:lnTo>
                    <a:pt x="848944" y="535813"/>
                  </a:lnTo>
                  <a:lnTo>
                    <a:pt x="863396" y="491388"/>
                  </a:lnTo>
                  <a:lnTo>
                    <a:pt x="869175" y="436956"/>
                  </a:lnTo>
                  <a:lnTo>
                    <a:pt x="862241" y="393573"/>
                  </a:lnTo>
                  <a:lnTo>
                    <a:pt x="844702" y="359727"/>
                  </a:lnTo>
                  <a:lnTo>
                    <a:pt x="786168" y="314388"/>
                  </a:lnTo>
                  <a:lnTo>
                    <a:pt x="749376" y="299808"/>
                  </a:lnTo>
                  <a:lnTo>
                    <a:pt x="710349" y="288569"/>
                  </a:lnTo>
                  <a:lnTo>
                    <a:pt x="633984" y="269887"/>
                  </a:lnTo>
                  <a:lnTo>
                    <a:pt x="598474" y="259105"/>
                  </a:lnTo>
                  <a:lnTo>
                    <a:pt x="566496" y="244411"/>
                  </a:lnTo>
                  <a:lnTo>
                    <a:pt x="545185" y="222910"/>
                  </a:lnTo>
                  <a:lnTo>
                    <a:pt x="541693" y="191706"/>
                  </a:lnTo>
                  <a:lnTo>
                    <a:pt x="553224" y="167970"/>
                  </a:lnTo>
                  <a:lnTo>
                    <a:pt x="574852" y="148424"/>
                  </a:lnTo>
                  <a:lnTo>
                    <a:pt x="603161" y="135166"/>
                  </a:lnTo>
                  <a:lnTo>
                    <a:pt x="634758" y="130289"/>
                  </a:lnTo>
                  <a:lnTo>
                    <a:pt x="656818" y="131673"/>
                  </a:lnTo>
                  <a:lnTo>
                    <a:pt x="701903" y="151714"/>
                  </a:lnTo>
                  <a:lnTo>
                    <a:pt x="716381" y="192925"/>
                  </a:lnTo>
                  <a:lnTo>
                    <a:pt x="713574" y="211251"/>
                  </a:lnTo>
                  <a:lnTo>
                    <a:pt x="899693" y="211251"/>
                  </a:lnTo>
                  <a:lnTo>
                    <a:pt x="908519" y="161366"/>
                  </a:lnTo>
                  <a:close/>
                </a:path>
                <a:path w="3693159" h="700405">
                  <a:moveTo>
                    <a:pt x="1580972" y="13944"/>
                  </a:moveTo>
                  <a:lnTo>
                    <a:pt x="1069098" y="13944"/>
                  </a:lnTo>
                  <a:lnTo>
                    <a:pt x="926249" y="685927"/>
                  </a:lnTo>
                  <a:lnTo>
                    <a:pt x="1438135" y="685927"/>
                  </a:lnTo>
                  <a:lnTo>
                    <a:pt x="1465884" y="555599"/>
                  </a:lnTo>
                  <a:lnTo>
                    <a:pt x="1140129" y="555599"/>
                  </a:lnTo>
                  <a:lnTo>
                    <a:pt x="1170381" y="413207"/>
                  </a:lnTo>
                  <a:lnTo>
                    <a:pt x="1470063" y="413207"/>
                  </a:lnTo>
                  <a:lnTo>
                    <a:pt x="1497672" y="282956"/>
                  </a:lnTo>
                  <a:lnTo>
                    <a:pt x="1197978" y="282956"/>
                  </a:lnTo>
                  <a:lnTo>
                    <a:pt x="1227455" y="144233"/>
                  </a:lnTo>
                  <a:lnTo>
                    <a:pt x="1553210" y="144233"/>
                  </a:lnTo>
                  <a:lnTo>
                    <a:pt x="1580972" y="13944"/>
                  </a:lnTo>
                  <a:close/>
                </a:path>
                <a:path w="3693159" h="700405">
                  <a:moveTo>
                    <a:pt x="2341346" y="13944"/>
                  </a:moveTo>
                  <a:lnTo>
                    <a:pt x="2173833" y="13944"/>
                  </a:lnTo>
                  <a:lnTo>
                    <a:pt x="2067725" y="512775"/>
                  </a:lnTo>
                  <a:lnTo>
                    <a:pt x="2065553" y="514680"/>
                  </a:lnTo>
                  <a:lnTo>
                    <a:pt x="1984070" y="171272"/>
                  </a:lnTo>
                  <a:lnTo>
                    <a:pt x="1946732" y="13944"/>
                  </a:lnTo>
                  <a:lnTo>
                    <a:pt x="1686140" y="13944"/>
                  </a:lnTo>
                  <a:lnTo>
                    <a:pt x="1543278" y="685927"/>
                  </a:lnTo>
                  <a:lnTo>
                    <a:pt x="1710817" y="685927"/>
                  </a:lnTo>
                  <a:lnTo>
                    <a:pt x="1820189" y="171272"/>
                  </a:lnTo>
                  <a:lnTo>
                    <a:pt x="1822030" y="171272"/>
                  </a:lnTo>
                  <a:lnTo>
                    <a:pt x="1940687" y="685927"/>
                  </a:lnTo>
                  <a:lnTo>
                    <a:pt x="2198497" y="685927"/>
                  </a:lnTo>
                  <a:lnTo>
                    <a:pt x="2234895" y="514680"/>
                  </a:lnTo>
                  <a:lnTo>
                    <a:pt x="2341346" y="13944"/>
                  </a:lnTo>
                  <a:close/>
                </a:path>
                <a:path w="3693159" h="700405">
                  <a:moveTo>
                    <a:pt x="3024949" y="685927"/>
                  </a:moveTo>
                  <a:lnTo>
                    <a:pt x="3001048" y="554685"/>
                  </a:lnTo>
                  <a:lnTo>
                    <a:pt x="2977324" y="424395"/>
                  </a:lnTo>
                  <a:lnTo>
                    <a:pt x="2926461" y="145148"/>
                  </a:lnTo>
                  <a:lnTo>
                    <a:pt x="2902572" y="13944"/>
                  </a:lnTo>
                  <a:lnTo>
                    <a:pt x="2779877" y="13944"/>
                  </a:lnTo>
                  <a:lnTo>
                    <a:pt x="2779877" y="424395"/>
                  </a:lnTo>
                  <a:lnTo>
                    <a:pt x="2600248" y="424395"/>
                  </a:lnTo>
                  <a:lnTo>
                    <a:pt x="2750858" y="145148"/>
                  </a:lnTo>
                  <a:lnTo>
                    <a:pt x="2753639" y="145148"/>
                  </a:lnTo>
                  <a:lnTo>
                    <a:pt x="2779877" y="424395"/>
                  </a:lnTo>
                  <a:lnTo>
                    <a:pt x="2779877" y="13944"/>
                  </a:lnTo>
                  <a:lnTo>
                    <a:pt x="2675471" y="13944"/>
                  </a:lnTo>
                  <a:lnTo>
                    <a:pt x="2267343" y="685927"/>
                  </a:lnTo>
                  <a:lnTo>
                    <a:pt x="2453513" y="685927"/>
                  </a:lnTo>
                  <a:lnTo>
                    <a:pt x="2525153" y="554685"/>
                  </a:lnTo>
                  <a:lnTo>
                    <a:pt x="2797873" y="554685"/>
                  </a:lnTo>
                  <a:lnTo>
                    <a:pt x="2814612" y="685927"/>
                  </a:lnTo>
                  <a:lnTo>
                    <a:pt x="3024949" y="685927"/>
                  </a:lnTo>
                  <a:close/>
                </a:path>
                <a:path w="3693159" h="700405">
                  <a:moveTo>
                    <a:pt x="3424669" y="13944"/>
                  </a:moveTo>
                  <a:lnTo>
                    <a:pt x="3238538" y="13944"/>
                  </a:lnTo>
                  <a:lnTo>
                    <a:pt x="3095663" y="685927"/>
                  </a:lnTo>
                  <a:lnTo>
                    <a:pt x="3281819" y="685927"/>
                  </a:lnTo>
                  <a:lnTo>
                    <a:pt x="3424669" y="13944"/>
                  </a:lnTo>
                  <a:close/>
                </a:path>
                <a:path w="3693159" h="700405">
                  <a:moveTo>
                    <a:pt x="3692918" y="660984"/>
                  </a:moveTo>
                  <a:lnTo>
                    <a:pt x="3494570" y="660984"/>
                  </a:lnTo>
                  <a:lnTo>
                    <a:pt x="3494570" y="685812"/>
                  </a:lnTo>
                  <a:lnTo>
                    <a:pt x="3692918" y="685812"/>
                  </a:lnTo>
                  <a:lnTo>
                    <a:pt x="3692918" y="660984"/>
                  </a:lnTo>
                  <a:close/>
                </a:path>
                <a:path w="3693159" h="700405">
                  <a:moveTo>
                    <a:pt x="3692918" y="502246"/>
                  </a:moveTo>
                  <a:lnTo>
                    <a:pt x="3494570" y="502246"/>
                  </a:lnTo>
                  <a:lnTo>
                    <a:pt x="3494570" y="527050"/>
                  </a:lnTo>
                  <a:lnTo>
                    <a:pt x="3692918" y="527050"/>
                  </a:lnTo>
                  <a:lnTo>
                    <a:pt x="3692918" y="502246"/>
                  </a:lnTo>
                  <a:close/>
                </a:path>
                <a:path w="3693159" h="700405">
                  <a:moveTo>
                    <a:pt x="3692918" y="337540"/>
                  </a:moveTo>
                  <a:lnTo>
                    <a:pt x="3494570" y="337540"/>
                  </a:lnTo>
                  <a:lnTo>
                    <a:pt x="3494570" y="362356"/>
                  </a:lnTo>
                  <a:lnTo>
                    <a:pt x="3692918" y="362356"/>
                  </a:lnTo>
                  <a:lnTo>
                    <a:pt x="3692918" y="337540"/>
                  </a:lnTo>
                  <a:close/>
                </a:path>
                <a:path w="3693159" h="700405">
                  <a:moveTo>
                    <a:pt x="3692918" y="175044"/>
                  </a:moveTo>
                  <a:lnTo>
                    <a:pt x="3494570" y="175044"/>
                  </a:lnTo>
                  <a:lnTo>
                    <a:pt x="3494570" y="199898"/>
                  </a:lnTo>
                  <a:lnTo>
                    <a:pt x="3692918" y="199898"/>
                  </a:lnTo>
                  <a:lnTo>
                    <a:pt x="3692918" y="175044"/>
                  </a:lnTo>
                  <a:close/>
                </a:path>
                <a:path w="3693159" h="700405">
                  <a:moveTo>
                    <a:pt x="3692918" y="16789"/>
                  </a:moveTo>
                  <a:lnTo>
                    <a:pt x="3494570" y="16789"/>
                  </a:lnTo>
                  <a:lnTo>
                    <a:pt x="3494570" y="41592"/>
                  </a:lnTo>
                  <a:lnTo>
                    <a:pt x="3692918" y="41592"/>
                  </a:lnTo>
                  <a:lnTo>
                    <a:pt x="3692918" y="167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3A20A41-4617-67F1-FD50-8B4184D51D5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4780" y="635357"/>
            <a:ext cx="7026959" cy="42472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latin typeface="+mj-lt"/>
              </a:defRPr>
            </a:lvl1pPr>
          </a:lstStyle>
          <a:p>
            <a:pPr lvl="0"/>
            <a:r>
              <a:rPr lang="pt-BR" dirty="0"/>
              <a:t>TÍTULO</a:t>
            </a:r>
          </a:p>
          <a:p>
            <a:pPr lvl="0"/>
            <a:endParaRPr lang="pt-BR" dirty="0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5A42F89B-6118-B82C-016B-98AE0AF288B8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54780" y="1650605"/>
            <a:ext cx="10008682" cy="4953143"/>
          </a:xfrm>
          <a:prstGeom prst="rect">
            <a:avLst/>
          </a:prstGeom>
        </p:spPr>
        <p:txBody>
          <a:bodyPr/>
          <a:lstStyle>
            <a:lvl1pPr marL="0" indent="0" algn="just">
              <a:buNone/>
              <a:defRPr>
                <a:latin typeface="Montserrat" pitchFamily="2" charset="0"/>
              </a:defRPr>
            </a:lvl1pPr>
            <a:lvl2pPr>
              <a:defRPr>
                <a:latin typeface="Montserrat" pitchFamily="2" charset="0"/>
              </a:defRPr>
            </a:lvl2pPr>
            <a:lvl3pPr>
              <a:defRPr>
                <a:latin typeface="Montserrat" pitchFamily="2" charset="0"/>
              </a:defRPr>
            </a:lvl3pPr>
            <a:lvl4pPr>
              <a:defRPr>
                <a:latin typeface="Montserrat" pitchFamily="2" charset="0"/>
              </a:defRPr>
            </a:lvl4pPr>
            <a:lvl5pPr>
              <a:defRPr>
                <a:latin typeface="Montserrat" pitchFamily="2" charset="0"/>
              </a:defRPr>
            </a:lvl5pPr>
          </a:lstStyle>
          <a:p>
            <a:pPr lvl="0"/>
            <a:r>
              <a:rPr lang="pt-BR" dirty="0" err="1"/>
              <a:t>Lorem</a:t>
            </a:r>
            <a:r>
              <a:rPr lang="pt-BR" dirty="0"/>
              <a:t> ipsum </a:t>
            </a:r>
            <a:r>
              <a:rPr lang="pt-BR" dirty="0" err="1"/>
              <a:t>dolor</a:t>
            </a:r>
            <a:r>
              <a:rPr lang="pt-BR" dirty="0"/>
              <a:t> </a:t>
            </a:r>
            <a:r>
              <a:rPr lang="pt-BR" dirty="0" err="1"/>
              <a:t>sit</a:t>
            </a:r>
            <a:r>
              <a:rPr lang="pt-BR" dirty="0"/>
              <a:t> </a:t>
            </a:r>
            <a:r>
              <a:rPr lang="pt-BR" dirty="0" err="1"/>
              <a:t>amet</a:t>
            </a:r>
            <a:r>
              <a:rPr lang="pt-BR" dirty="0"/>
              <a:t>, </a:t>
            </a:r>
            <a:r>
              <a:rPr lang="pt-BR" dirty="0" err="1"/>
              <a:t>consectetur</a:t>
            </a:r>
            <a:r>
              <a:rPr lang="pt-BR" dirty="0"/>
              <a:t> </a:t>
            </a:r>
            <a:r>
              <a:rPr lang="pt-BR" dirty="0" err="1"/>
              <a:t>adipiscing</a:t>
            </a:r>
            <a:r>
              <a:rPr lang="pt-BR" dirty="0"/>
              <a:t>  </a:t>
            </a:r>
            <a:r>
              <a:rPr lang="pt-BR" dirty="0" err="1"/>
              <a:t>elit</a:t>
            </a:r>
            <a:r>
              <a:rPr lang="pt-BR" dirty="0"/>
              <a:t>, </a:t>
            </a:r>
            <a:r>
              <a:rPr lang="pt-BR" dirty="0" err="1"/>
              <a:t>sed</a:t>
            </a:r>
            <a:r>
              <a:rPr lang="pt-BR" dirty="0"/>
              <a:t> do </a:t>
            </a:r>
            <a:r>
              <a:rPr lang="pt-BR" dirty="0" err="1"/>
              <a:t>eiusmod</a:t>
            </a:r>
            <a:r>
              <a:rPr lang="pt-BR" dirty="0"/>
              <a:t> </a:t>
            </a:r>
            <a:r>
              <a:rPr lang="pt-BR" dirty="0" err="1"/>
              <a:t>tempor</a:t>
            </a:r>
            <a:r>
              <a:rPr lang="pt-BR" dirty="0"/>
              <a:t> </a:t>
            </a:r>
            <a:r>
              <a:rPr lang="pt-BR" dirty="0" err="1"/>
              <a:t>incididunt</a:t>
            </a:r>
            <a:r>
              <a:rPr lang="pt-BR" dirty="0"/>
              <a:t> ut labore et  </a:t>
            </a:r>
            <a:r>
              <a:rPr lang="pt-BR" dirty="0" err="1"/>
              <a:t>dolore</a:t>
            </a:r>
            <a:r>
              <a:rPr lang="pt-BR" dirty="0"/>
              <a:t> magna </a:t>
            </a:r>
            <a:r>
              <a:rPr lang="pt-BR" dirty="0" err="1"/>
              <a:t>aliqua</a:t>
            </a:r>
            <a:r>
              <a:rPr lang="pt-BR" dirty="0"/>
              <a:t>. Ut </a:t>
            </a:r>
            <a:r>
              <a:rPr lang="pt-BR" dirty="0" err="1"/>
              <a:t>enim</a:t>
            </a:r>
            <a:r>
              <a:rPr lang="pt-BR" dirty="0"/>
              <a:t> ad </a:t>
            </a:r>
            <a:r>
              <a:rPr lang="pt-BR" dirty="0" err="1"/>
              <a:t>minim</a:t>
            </a:r>
            <a:r>
              <a:rPr lang="pt-BR" dirty="0"/>
              <a:t> </a:t>
            </a:r>
            <a:r>
              <a:rPr lang="pt-BR" dirty="0" err="1"/>
              <a:t>veniam</a:t>
            </a:r>
            <a:r>
              <a:rPr lang="pt-BR" dirty="0"/>
              <a:t>,  quis </a:t>
            </a:r>
            <a:r>
              <a:rPr lang="pt-BR" dirty="0" err="1"/>
              <a:t>nostrud</a:t>
            </a:r>
            <a:r>
              <a:rPr lang="pt-BR" dirty="0"/>
              <a:t> </a:t>
            </a:r>
            <a:r>
              <a:rPr lang="pt-BR" dirty="0" err="1"/>
              <a:t>exercitation</a:t>
            </a:r>
            <a:r>
              <a:rPr lang="pt-BR" dirty="0"/>
              <a:t> </a:t>
            </a:r>
            <a:r>
              <a:rPr lang="pt-BR" dirty="0" err="1"/>
              <a:t>ullamco</a:t>
            </a:r>
            <a:r>
              <a:rPr lang="pt-BR" dirty="0"/>
              <a:t> </a:t>
            </a:r>
            <a:r>
              <a:rPr lang="pt-BR" dirty="0" err="1"/>
              <a:t>laboris</a:t>
            </a:r>
            <a:r>
              <a:rPr lang="pt-BR" dirty="0"/>
              <a:t> </a:t>
            </a:r>
            <a:r>
              <a:rPr lang="pt-BR" dirty="0" err="1"/>
              <a:t>nisi</a:t>
            </a:r>
            <a:r>
              <a:rPr lang="pt-BR" dirty="0"/>
              <a:t> ut  </a:t>
            </a:r>
            <a:r>
              <a:rPr lang="pt-BR" dirty="0" err="1"/>
              <a:t>aliuip</a:t>
            </a:r>
            <a:r>
              <a:rPr lang="pt-BR" dirty="0"/>
              <a:t> </a:t>
            </a:r>
            <a:r>
              <a:rPr lang="pt-BR" dirty="0" err="1"/>
              <a:t>ex</a:t>
            </a:r>
            <a:r>
              <a:rPr lang="pt-BR" dirty="0"/>
              <a:t> </a:t>
            </a:r>
            <a:r>
              <a:rPr lang="pt-BR" dirty="0" err="1"/>
              <a:t>ea</a:t>
            </a:r>
            <a:r>
              <a:rPr lang="pt-BR" dirty="0"/>
              <a:t> </a:t>
            </a:r>
            <a:r>
              <a:rPr lang="pt-BR" dirty="0" err="1"/>
              <a:t>commodo</a:t>
            </a:r>
            <a:r>
              <a:rPr lang="pt-BR" dirty="0"/>
              <a:t> </a:t>
            </a:r>
            <a:r>
              <a:rPr lang="pt-BR" dirty="0" err="1"/>
              <a:t>consequat</a:t>
            </a:r>
            <a:r>
              <a:rPr lang="pt-BR" dirty="0"/>
              <a:t>. </a:t>
            </a:r>
            <a:r>
              <a:rPr lang="pt-BR" dirty="0" err="1"/>
              <a:t>Duis</a:t>
            </a:r>
            <a:r>
              <a:rPr lang="pt-BR" dirty="0"/>
              <a:t> </a:t>
            </a:r>
            <a:r>
              <a:rPr lang="pt-BR" dirty="0" err="1"/>
              <a:t>aute</a:t>
            </a:r>
            <a:r>
              <a:rPr lang="pt-BR" dirty="0"/>
              <a:t> </a:t>
            </a:r>
            <a:r>
              <a:rPr lang="pt-BR" dirty="0" err="1"/>
              <a:t>irure</a:t>
            </a:r>
            <a:r>
              <a:rPr lang="pt-BR" dirty="0"/>
              <a:t>  </a:t>
            </a:r>
            <a:r>
              <a:rPr lang="pt-BR" dirty="0" err="1"/>
              <a:t>dolor</a:t>
            </a:r>
            <a:r>
              <a:rPr lang="pt-BR" dirty="0"/>
              <a:t> in </a:t>
            </a:r>
            <a:r>
              <a:rPr lang="pt-BR" dirty="0" err="1"/>
              <a:t>reprehenderit</a:t>
            </a:r>
            <a:r>
              <a:rPr lang="pt-BR" dirty="0"/>
              <a:t> in </a:t>
            </a:r>
            <a:r>
              <a:rPr lang="pt-BR" dirty="0" err="1"/>
              <a:t>voluptate</a:t>
            </a:r>
            <a:r>
              <a:rPr lang="pt-BR" dirty="0"/>
              <a:t> </a:t>
            </a:r>
            <a:r>
              <a:rPr lang="pt-BR" dirty="0" err="1"/>
              <a:t>velit</a:t>
            </a:r>
            <a:r>
              <a:rPr lang="pt-BR" dirty="0"/>
              <a:t> esse </a:t>
            </a:r>
            <a:r>
              <a:rPr lang="pt-BR" dirty="0" err="1"/>
              <a:t>cillum</a:t>
            </a:r>
            <a:r>
              <a:rPr lang="pt-BR" dirty="0"/>
              <a:t>  </a:t>
            </a:r>
            <a:r>
              <a:rPr lang="pt-BR" dirty="0" err="1"/>
              <a:t>dolore</a:t>
            </a:r>
            <a:r>
              <a:rPr lang="pt-BR" dirty="0"/>
              <a:t> eu </a:t>
            </a:r>
            <a:r>
              <a:rPr lang="pt-BR" dirty="0" err="1"/>
              <a:t>fugiat</a:t>
            </a:r>
            <a:r>
              <a:rPr lang="pt-BR" dirty="0"/>
              <a:t> </a:t>
            </a:r>
            <a:r>
              <a:rPr lang="pt-BR" dirty="0" err="1"/>
              <a:t>nulla</a:t>
            </a:r>
            <a:r>
              <a:rPr lang="pt-BR" dirty="0"/>
              <a:t> </a:t>
            </a:r>
            <a:r>
              <a:rPr lang="pt-BR" dirty="0" err="1"/>
              <a:t>pariatur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8216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2">
          <p15:clr>
            <a:srgbClr val="FBAE40"/>
          </p15:clr>
        </p15:guide>
        <p15:guide id="2" pos="6332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cerrame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object 2">
            <a:extLst>
              <a:ext uri="{FF2B5EF4-FFF2-40B4-BE49-F238E27FC236}">
                <a16:creationId xmlns:a16="http://schemas.microsoft.com/office/drawing/2014/main" id="{35A4FF75-E96C-4CFC-EF76-5E7FC2CCFA58}"/>
              </a:ext>
            </a:extLst>
          </p:cNvPr>
          <p:cNvGrpSpPr/>
          <p:nvPr/>
        </p:nvGrpSpPr>
        <p:grpSpPr>
          <a:xfrm>
            <a:off x="0" y="0"/>
            <a:ext cx="12192000" cy="6857519"/>
            <a:chOff x="0" y="0"/>
            <a:chExt cx="20104100" cy="11308556"/>
          </a:xfrm>
        </p:grpSpPr>
        <p:pic>
          <p:nvPicPr>
            <p:cNvPr id="10" name="object 3">
              <a:extLst>
                <a:ext uri="{FF2B5EF4-FFF2-40B4-BE49-F238E27FC236}">
                  <a16:creationId xmlns:a16="http://schemas.microsoft.com/office/drawing/2014/main" id="{3DC2CBA9-A25B-E720-0D19-7EE65CCFFC5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20104100" cy="11308556"/>
            </a:xfrm>
            <a:prstGeom prst="rect">
              <a:avLst/>
            </a:prstGeom>
          </p:spPr>
        </p:pic>
        <p:sp>
          <p:nvSpPr>
            <p:cNvPr id="11" name="object 4">
              <a:extLst>
                <a:ext uri="{FF2B5EF4-FFF2-40B4-BE49-F238E27FC236}">
                  <a16:creationId xmlns:a16="http://schemas.microsoft.com/office/drawing/2014/main" id="{A17D883D-8978-6643-A142-6975FC2CB614}"/>
                </a:ext>
              </a:extLst>
            </p:cNvPr>
            <p:cNvSpPr/>
            <p:nvPr/>
          </p:nvSpPr>
          <p:spPr>
            <a:xfrm>
              <a:off x="2912068" y="4985450"/>
              <a:ext cx="5242560" cy="1337945"/>
            </a:xfrm>
            <a:custGeom>
              <a:avLst/>
              <a:gdLst/>
              <a:ahLst/>
              <a:cxnLst/>
              <a:rect l="l" t="t" r="r" b="b"/>
              <a:pathLst>
                <a:path w="5242559" h="1337945">
                  <a:moveTo>
                    <a:pt x="5242028" y="0"/>
                  </a:moveTo>
                  <a:lnTo>
                    <a:pt x="0" y="0"/>
                  </a:lnTo>
                  <a:lnTo>
                    <a:pt x="0" y="1337655"/>
                  </a:lnTo>
                  <a:lnTo>
                    <a:pt x="5242028" y="1337655"/>
                  </a:lnTo>
                  <a:lnTo>
                    <a:pt x="5242028" y="0"/>
                  </a:lnTo>
                  <a:close/>
                </a:path>
              </a:pathLst>
            </a:custGeom>
            <a:solidFill>
              <a:srgbClr val="E21013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12" name="object 5">
              <a:extLst>
                <a:ext uri="{FF2B5EF4-FFF2-40B4-BE49-F238E27FC236}">
                  <a16:creationId xmlns:a16="http://schemas.microsoft.com/office/drawing/2014/main" id="{3942387C-406A-48C1-9575-794563FDB7D5}"/>
                </a:ext>
              </a:extLst>
            </p:cNvPr>
            <p:cNvSpPr/>
            <p:nvPr/>
          </p:nvSpPr>
          <p:spPr>
            <a:xfrm>
              <a:off x="2911983" y="5156523"/>
              <a:ext cx="5242560" cy="993775"/>
            </a:xfrm>
            <a:custGeom>
              <a:avLst/>
              <a:gdLst/>
              <a:ahLst/>
              <a:cxnLst/>
              <a:rect l="l" t="t" r="r" b="b"/>
              <a:pathLst>
                <a:path w="5242559" h="993775">
                  <a:moveTo>
                    <a:pt x="281571" y="938250"/>
                  </a:moveTo>
                  <a:lnTo>
                    <a:pt x="0" y="938250"/>
                  </a:lnTo>
                  <a:lnTo>
                    <a:pt x="0" y="973455"/>
                  </a:lnTo>
                  <a:lnTo>
                    <a:pt x="281571" y="973455"/>
                  </a:lnTo>
                  <a:lnTo>
                    <a:pt x="281571" y="938250"/>
                  </a:lnTo>
                  <a:close/>
                </a:path>
                <a:path w="5242559" h="993775">
                  <a:moveTo>
                    <a:pt x="281571" y="712901"/>
                  </a:moveTo>
                  <a:lnTo>
                    <a:pt x="0" y="712901"/>
                  </a:lnTo>
                  <a:lnTo>
                    <a:pt x="0" y="748106"/>
                  </a:lnTo>
                  <a:lnTo>
                    <a:pt x="281571" y="748106"/>
                  </a:lnTo>
                  <a:lnTo>
                    <a:pt x="281571" y="712901"/>
                  </a:lnTo>
                  <a:close/>
                </a:path>
                <a:path w="5242559" h="993775">
                  <a:moveTo>
                    <a:pt x="281571" y="479120"/>
                  </a:moveTo>
                  <a:lnTo>
                    <a:pt x="0" y="479120"/>
                  </a:lnTo>
                  <a:lnTo>
                    <a:pt x="0" y="514324"/>
                  </a:lnTo>
                  <a:lnTo>
                    <a:pt x="281571" y="514324"/>
                  </a:lnTo>
                  <a:lnTo>
                    <a:pt x="281571" y="479120"/>
                  </a:lnTo>
                  <a:close/>
                </a:path>
                <a:path w="5242559" h="993775">
                  <a:moveTo>
                    <a:pt x="281571" y="248475"/>
                  </a:moveTo>
                  <a:lnTo>
                    <a:pt x="0" y="248475"/>
                  </a:lnTo>
                  <a:lnTo>
                    <a:pt x="0" y="283730"/>
                  </a:lnTo>
                  <a:lnTo>
                    <a:pt x="281571" y="283730"/>
                  </a:lnTo>
                  <a:lnTo>
                    <a:pt x="281571" y="248475"/>
                  </a:lnTo>
                  <a:close/>
                </a:path>
                <a:path w="5242559" h="993775">
                  <a:moveTo>
                    <a:pt x="281571" y="23812"/>
                  </a:moveTo>
                  <a:lnTo>
                    <a:pt x="0" y="23812"/>
                  </a:lnTo>
                  <a:lnTo>
                    <a:pt x="0" y="59016"/>
                  </a:lnTo>
                  <a:lnTo>
                    <a:pt x="281571" y="59016"/>
                  </a:lnTo>
                  <a:lnTo>
                    <a:pt x="281571" y="23812"/>
                  </a:lnTo>
                  <a:close/>
                </a:path>
                <a:path w="5242559" h="993775">
                  <a:moveTo>
                    <a:pt x="1289888" y="204787"/>
                  </a:moveTo>
                  <a:lnTo>
                    <a:pt x="1287195" y="184924"/>
                  </a:lnTo>
                  <a:lnTo>
                    <a:pt x="1284528" y="165150"/>
                  </a:lnTo>
                  <a:lnTo>
                    <a:pt x="1272222" y="130467"/>
                  </a:lnTo>
                  <a:lnTo>
                    <a:pt x="1229385" y="74917"/>
                  </a:lnTo>
                  <a:lnTo>
                    <a:pt x="1166685" y="36169"/>
                  </a:lnTo>
                  <a:lnTo>
                    <a:pt x="1129525" y="22491"/>
                  </a:lnTo>
                  <a:lnTo>
                    <a:pt x="1089393" y="12280"/>
                  </a:lnTo>
                  <a:lnTo>
                    <a:pt x="1046924" y="5295"/>
                  </a:lnTo>
                  <a:lnTo>
                    <a:pt x="1002792" y="1282"/>
                  </a:lnTo>
                  <a:lnTo>
                    <a:pt x="957656" y="0"/>
                  </a:lnTo>
                  <a:lnTo>
                    <a:pt x="911479" y="1143"/>
                  </a:lnTo>
                  <a:lnTo>
                    <a:pt x="865327" y="4775"/>
                  </a:lnTo>
                  <a:lnTo>
                    <a:pt x="819670" y="11163"/>
                  </a:lnTo>
                  <a:lnTo>
                    <a:pt x="774928" y="20586"/>
                  </a:lnTo>
                  <a:lnTo>
                    <a:pt x="731558" y="33324"/>
                  </a:lnTo>
                  <a:lnTo>
                    <a:pt x="690016" y="49669"/>
                  </a:lnTo>
                  <a:lnTo>
                    <a:pt x="650760" y="69875"/>
                  </a:lnTo>
                  <a:lnTo>
                    <a:pt x="614222" y="94221"/>
                  </a:lnTo>
                  <a:lnTo>
                    <a:pt x="580872" y="123012"/>
                  </a:lnTo>
                  <a:lnTo>
                    <a:pt x="551141" y="156489"/>
                  </a:lnTo>
                  <a:lnTo>
                    <a:pt x="525487" y="194970"/>
                  </a:lnTo>
                  <a:lnTo>
                    <a:pt x="504355" y="238696"/>
                  </a:lnTo>
                  <a:lnTo>
                    <a:pt x="488200" y="287972"/>
                  </a:lnTo>
                  <a:lnTo>
                    <a:pt x="481558" y="338035"/>
                  </a:lnTo>
                  <a:lnTo>
                    <a:pt x="483577" y="384644"/>
                  </a:lnTo>
                  <a:lnTo>
                    <a:pt x="494474" y="427012"/>
                  </a:lnTo>
                  <a:lnTo>
                    <a:pt x="514477" y="464312"/>
                  </a:lnTo>
                  <a:lnTo>
                    <a:pt x="543801" y="495744"/>
                  </a:lnTo>
                  <a:lnTo>
                    <a:pt x="582663" y="520509"/>
                  </a:lnTo>
                  <a:lnTo>
                    <a:pt x="634098" y="542620"/>
                  </a:lnTo>
                  <a:lnTo>
                    <a:pt x="685101" y="560095"/>
                  </a:lnTo>
                  <a:lnTo>
                    <a:pt x="734580" y="574154"/>
                  </a:lnTo>
                  <a:lnTo>
                    <a:pt x="824623" y="597027"/>
                  </a:lnTo>
                  <a:lnTo>
                    <a:pt x="863003" y="608342"/>
                  </a:lnTo>
                  <a:lnTo>
                    <a:pt x="895477" y="621220"/>
                  </a:lnTo>
                  <a:lnTo>
                    <a:pt x="920978" y="636917"/>
                  </a:lnTo>
                  <a:lnTo>
                    <a:pt x="938403" y="656678"/>
                  </a:lnTo>
                  <a:lnTo>
                    <a:pt x="946658" y="681748"/>
                  </a:lnTo>
                  <a:lnTo>
                    <a:pt x="944651" y="713359"/>
                  </a:lnTo>
                  <a:lnTo>
                    <a:pt x="922705" y="754976"/>
                  </a:lnTo>
                  <a:lnTo>
                    <a:pt x="882992" y="784707"/>
                  </a:lnTo>
                  <a:lnTo>
                    <a:pt x="834351" y="802538"/>
                  </a:lnTo>
                  <a:lnTo>
                    <a:pt x="785672" y="808482"/>
                  </a:lnTo>
                  <a:lnTo>
                    <a:pt x="733640" y="802678"/>
                  </a:lnTo>
                  <a:lnTo>
                    <a:pt x="692861" y="785520"/>
                  </a:lnTo>
                  <a:lnTo>
                    <a:pt x="665060" y="757402"/>
                  </a:lnTo>
                  <a:lnTo>
                    <a:pt x="651979" y="718680"/>
                  </a:lnTo>
                  <a:lnTo>
                    <a:pt x="655332" y="669772"/>
                  </a:lnTo>
                  <a:lnTo>
                    <a:pt x="391109" y="669772"/>
                  </a:lnTo>
                  <a:lnTo>
                    <a:pt x="383362" y="726135"/>
                  </a:lnTo>
                  <a:lnTo>
                    <a:pt x="383374" y="775970"/>
                  </a:lnTo>
                  <a:lnTo>
                    <a:pt x="390588" y="819632"/>
                  </a:lnTo>
                  <a:lnTo>
                    <a:pt x="404507" y="857453"/>
                  </a:lnTo>
                  <a:lnTo>
                    <a:pt x="450291" y="917028"/>
                  </a:lnTo>
                  <a:lnTo>
                    <a:pt x="481114" y="939482"/>
                  </a:lnTo>
                  <a:lnTo>
                    <a:pt x="516521" y="957503"/>
                  </a:lnTo>
                  <a:lnTo>
                    <a:pt x="555980" y="971473"/>
                  </a:lnTo>
                  <a:lnTo>
                    <a:pt x="598970" y="981722"/>
                  </a:lnTo>
                  <a:lnTo>
                    <a:pt x="644969" y="988606"/>
                  </a:lnTo>
                  <a:lnTo>
                    <a:pt x="693445" y="992466"/>
                  </a:lnTo>
                  <a:lnTo>
                    <a:pt x="743877" y="993686"/>
                  </a:lnTo>
                  <a:lnTo>
                    <a:pt x="794664" y="991984"/>
                  </a:lnTo>
                  <a:lnTo>
                    <a:pt x="844905" y="986878"/>
                  </a:lnTo>
                  <a:lnTo>
                    <a:pt x="894105" y="978331"/>
                  </a:lnTo>
                  <a:lnTo>
                    <a:pt x="941819" y="966304"/>
                  </a:lnTo>
                  <a:lnTo>
                    <a:pt x="987564" y="950798"/>
                  </a:lnTo>
                  <a:lnTo>
                    <a:pt x="1030846" y="931760"/>
                  </a:lnTo>
                  <a:lnTo>
                    <a:pt x="1071219" y="909167"/>
                  </a:lnTo>
                  <a:lnTo>
                    <a:pt x="1108189" y="883005"/>
                  </a:lnTo>
                  <a:lnTo>
                    <a:pt x="1141298" y="853224"/>
                  </a:lnTo>
                  <a:lnTo>
                    <a:pt x="1170063" y="819823"/>
                  </a:lnTo>
                  <a:lnTo>
                    <a:pt x="1194015" y="782751"/>
                  </a:lnTo>
                  <a:lnTo>
                    <a:pt x="1212672" y="741984"/>
                  </a:lnTo>
                  <a:lnTo>
                    <a:pt x="1225575" y="697509"/>
                  </a:lnTo>
                  <a:lnTo>
                    <a:pt x="1233309" y="642226"/>
                  </a:lnTo>
                  <a:lnTo>
                    <a:pt x="1231950" y="594804"/>
                  </a:lnTo>
                  <a:lnTo>
                    <a:pt x="1222514" y="554507"/>
                  </a:lnTo>
                  <a:lnTo>
                    <a:pt x="1183284" y="492379"/>
                  </a:lnTo>
                  <a:lnTo>
                    <a:pt x="1123530" y="449999"/>
                  </a:lnTo>
                  <a:lnTo>
                    <a:pt x="1088415" y="434390"/>
                  </a:lnTo>
                  <a:lnTo>
                    <a:pt x="1051115" y="421538"/>
                  </a:lnTo>
                  <a:lnTo>
                    <a:pt x="1012647" y="410718"/>
                  </a:lnTo>
                  <a:lnTo>
                    <a:pt x="936078" y="392214"/>
                  </a:lnTo>
                  <a:lnTo>
                    <a:pt x="899960" y="383082"/>
                  </a:lnTo>
                  <a:lnTo>
                    <a:pt x="849528" y="367804"/>
                  </a:lnTo>
                  <a:lnTo>
                    <a:pt x="804138" y="346938"/>
                  </a:lnTo>
                  <a:lnTo>
                    <a:pt x="773887" y="316407"/>
                  </a:lnTo>
                  <a:lnTo>
                    <a:pt x="768934" y="272110"/>
                  </a:lnTo>
                  <a:lnTo>
                    <a:pt x="785317" y="238429"/>
                  </a:lnTo>
                  <a:lnTo>
                    <a:pt x="816013" y="210680"/>
                  </a:lnTo>
                  <a:lnTo>
                    <a:pt x="856195" y="191858"/>
                  </a:lnTo>
                  <a:lnTo>
                    <a:pt x="901052" y="184924"/>
                  </a:lnTo>
                  <a:lnTo>
                    <a:pt x="932332" y="186893"/>
                  </a:lnTo>
                  <a:lnTo>
                    <a:pt x="980084" y="202222"/>
                  </a:lnTo>
                  <a:lnTo>
                    <a:pt x="1008494" y="231711"/>
                  </a:lnTo>
                  <a:lnTo>
                    <a:pt x="1016889" y="273837"/>
                  </a:lnTo>
                  <a:lnTo>
                    <a:pt x="1012901" y="299847"/>
                  </a:lnTo>
                  <a:lnTo>
                    <a:pt x="1277099" y="299847"/>
                  </a:lnTo>
                  <a:lnTo>
                    <a:pt x="1287627" y="249605"/>
                  </a:lnTo>
                  <a:lnTo>
                    <a:pt x="1289888" y="204787"/>
                  </a:lnTo>
                  <a:close/>
                </a:path>
                <a:path w="5242559" h="993775">
                  <a:moveTo>
                    <a:pt x="2244153" y="19761"/>
                  </a:moveTo>
                  <a:lnTo>
                    <a:pt x="1517561" y="19761"/>
                  </a:lnTo>
                  <a:lnTo>
                    <a:pt x="1314792" y="973645"/>
                  </a:lnTo>
                  <a:lnTo>
                    <a:pt x="2041398" y="973645"/>
                  </a:lnTo>
                  <a:lnTo>
                    <a:pt x="2080793" y="788670"/>
                  </a:lnTo>
                  <a:lnTo>
                    <a:pt x="1618399" y="788670"/>
                  </a:lnTo>
                  <a:lnTo>
                    <a:pt x="1661350" y="586536"/>
                  </a:lnTo>
                  <a:lnTo>
                    <a:pt x="2086737" y="586536"/>
                  </a:lnTo>
                  <a:lnTo>
                    <a:pt x="2125903" y="401612"/>
                  </a:lnTo>
                  <a:lnTo>
                    <a:pt x="1700504" y="401612"/>
                  </a:lnTo>
                  <a:lnTo>
                    <a:pt x="1742351" y="204736"/>
                  </a:lnTo>
                  <a:lnTo>
                    <a:pt x="2204758" y="204736"/>
                  </a:lnTo>
                  <a:lnTo>
                    <a:pt x="2244153" y="19761"/>
                  </a:lnTo>
                  <a:close/>
                </a:path>
                <a:path w="5242559" h="993775">
                  <a:moveTo>
                    <a:pt x="3323475" y="19761"/>
                  </a:moveTo>
                  <a:lnTo>
                    <a:pt x="3085681" y="19761"/>
                  </a:lnTo>
                  <a:lnTo>
                    <a:pt x="2935084" y="727875"/>
                  </a:lnTo>
                  <a:lnTo>
                    <a:pt x="2931998" y="730554"/>
                  </a:lnTo>
                  <a:lnTo>
                    <a:pt x="2816326" y="243078"/>
                  </a:lnTo>
                  <a:lnTo>
                    <a:pt x="2763329" y="19761"/>
                  </a:lnTo>
                  <a:lnTo>
                    <a:pt x="2393416" y="19761"/>
                  </a:lnTo>
                  <a:lnTo>
                    <a:pt x="2190648" y="973645"/>
                  </a:lnTo>
                  <a:lnTo>
                    <a:pt x="2428443" y="973645"/>
                  </a:lnTo>
                  <a:lnTo>
                    <a:pt x="2583700" y="243078"/>
                  </a:lnTo>
                  <a:lnTo>
                    <a:pt x="2586329" y="243078"/>
                  </a:lnTo>
                  <a:lnTo>
                    <a:pt x="2754757" y="973645"/>
                  </a:lnTo>
                  <a:lnTo>
                    <a:pt x="3120707" y="973645"/>
                  </a:lnTo>
                  <a:lnTo>
                    <a:pt x="3172383" y="730554"/>
                  </a:lnTo>
                  <a:lnTo>
                    <a:pt x="3323475" y="19761"/>
                  </a:lnTo>
                  <a:close/>
                </a:path>
                <a:path w="5242559" h="993775">
                  <a:moveTo>
                    <a:pt x="4293857" y="973645"/>
                  </a:moveTo>
                  <a:lnTo>
                    <a:pt x="4259923" y="787361"/>
                  </a:lnTo>
                  <a:lnTo>
                    <a:pt x="4226242" y="602399"/>
                  </a:lnTo>
                  <a:lnTo>
                    <a:pt x="4154043" y="206019"/>
                  </a:lnTo>
                  <a:lnTo>
                    <a:pt x="4120121" y="19761"/>
                  </a:lnTo>
                  <a:lnTo>
                    <a:pt x="3945966" y="19761"/>
                  </a:lnTo>
                  <a:lnTo>
                    <a:pt x="3945966" y="602399"/>
                  </a:lnTo>
                  <a:lnTo>
                    <a:pt x="3690988" y="602399"/>
                  </a:lnTo>
                  <a:lnTo>
                    <a:pt x="3904780" y="206019"/>
                  </a:lnTo>
                  <a:lnTo>
                    <a:pt x="3908729" y="206019"/>
                  </a:lnTo>
                  <a:lnTo>
                    <a:pt x="3945966" y="602399"/>
                  </a:lnTo>
                  <a:lnTo>
                    <a:pt x="3945966" y="19761"/>
                  </a:lnTo>
                  <a:lnTo>
                    <a:pt x="3797770" y="19761"/>
                  </a:lnTo>
                  <a:lnTo>
                    <a:pt x="3218446" y="973645"/>
                  </a:lnTo>
                  <a:lnTo>
                    <a:pt x="3482695" y="973645"/>
                  </a:lnTo>
                  <a:lnTo>
                    <a:pt x="3584397" y="787361"/>
                  </a:lnTo>
                  <a:lnTo>
                    <a:pt x="3971506" y="787361"/>
                  </a:lnTo>
                  <a:lnTo>
                    <a:pt x="3995280" y="973645"/>
                  </a:lnTo>
                  <a:lnTo>
                    <a:pt x="4293857" y="973645"/>
                  </a:lnTo>
                  <a:close/>
                </a:path>
                <a:path w="5242559" h="993775">
                  <a:moveTo>
                    <a:pt x="4861230" y="19761"/>
                  </a:moveTo>
                  <a:lnTo>
                    <a:pt x="4597044" y="19761"/>
                  </a:lnTo>
                  <a:lnTo>
                    <a:pt x="4394225" y="973645"/>
                  </a:lnTo>
                  <a:lnTo>
                    <a:pt x="4658461" y="973645"/>
                  </a:lnTo>
                  <a:lnTo>
                    <a:pt x="4861230" y="19761"/>
                  </a:lnTo>
                  <a:close/>
                </a:path>
                <a:path w="5242559" h="993775">
                  <a:moveTo>
                    <a:pt x="5242026" y="938250"/>
                  </a:moveTo>
                  <a:lnTo>
                    <a:pt x="4960455" y="938250"/>
                  </a:lnTo>
                  <a:lnTo>
                    <a:pt x="4960455" y="973455"/>
                  </a:lnTo>
                  <a:lnTo>
                    <a:pt x="5242026" y="973455"/>
                  </a:lnTo>
                  <a:lnTo>
                    <a:pt x="5242026" y="938250"/>
                  </a:lnTo>
                  <a:close/>
                </a:path>
                <a:path w="5242559" h="993775">
                  <a:moveTo>
                    <a:pt x="5242026" y="712901"/>
                  </a:moveTo>
                  <a:lnTo>
                    <a:pt x="4960455" y="712901"/>
                  </a:lnTo>
                  <a:lnTo>
                    <a:pt x="4960455" y="748106"/>
                  </a:lnTo>
                  <a:lnTo>
                    <a:pt x="5242026" y="748106"/>
                  </a:lnTo>
                  <a:lnTo>
                    <a:pt x="5242026" y="712901"/>
                  </a:lnTo>
                  <a:close/>
                </a:path>
                <a:path w="5242559" h="993775">
                  <a:moveTo>
                    <a:pt x="5242026" y="479120"/>
                  </a:moveTo>
                  <a:lnTo>
                    <a:pt x="4960455" y="479120"/>
                  </a:lnTo>
                  <a:lnTo>
                    <a:pt x="4960455" y="514324"/>
                  </a:lnTo>
                  <a:lnTo>
                    <a:pt x="5242026" y="514324"/>
                  </a:lnTo>
                  <a:lnTo>
                    <a:pt x="5242026" y="479120"/>
                  </a:lnTo>
                  <a:close/>
                </a:path>
                <a:path w="5242559" h="993775">
                  <a:moveTo>
                    <a:pt x="5242026" y="248475"/>
                  </a:moveTo>
                  <a:lnTo>
                    <a:pt x="4960455" y="248475"/>
                  </a:lnTo>
                  <a:lnTo>
                    <a:pt x="4960455" y="283730"/>
                  </a:lnTo>
                  <a:lnTo>
                    <a:pt x="5242026" y="283730"/>
                  </a:lnTo>
                  <a:lnTo>
                    <a:pt x="5242026" y="248475"/>
                  </a:lnTo>
                  <a:close/>
                </a:path>
                <a:path w="5242559" h="993775">
                  <a:moveTo>
                    <a:pt x="5242026" y="23812"/>
                  </a:moveTo>
                  <a:lnTo>
                    <a:pt x="4960455" y="23812"/>
                  </a:lnTo>
                  <a:lnTo>
                    <a:pt x="4960455" y="59016"/>
                  </a:lnTo>
                  <a:lnTo>
                    <a:pt x="5242026" y="59016"/>
                  </a:lnTo>
                  <a:lnTo>
                    <a:pt x="5242026" y="2381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grpSp>
        <p:nvGrpSpPr>
          <p:cNvPr id="15" name="object 8">
            <a:extLst>
              <a:ext uri="{FF2B5EF4-FFF2-40B4-BE49-F238E27FC236}">
                <a16:creationId xmlns:a16="http://schemas.microsoft.com/office/drawing/2014/main" id="{DCBFE0BC-98B5-A882-44F0-43DC256B7F45}"/>
              </a:ext>
            </a:extLst>
          </p:cNvPr>
          <p:cNvGrpSpPr/>
          <p:nvPr/>
        </p:nvGrpSpPr>
        <p:grpSpPr>
          <a:xfrm>
            <a:off x="0" y="2519035"/>
            <a:ext cx="12192000" cy="4338523"/>
            <a:chOff x="0" y="4154076"/>
            <a:chExt cx="20104100" cy="7154545"/>
          </a:xfrm>
        </p:grpSpPr>
        <p:sp>
          <p:nvSpPr>
            <p:cNvPr id="16" name="object 9">
              <a:extLst>
                <a:ext uri="{FF2B5EF4-FFF2-40B4-BE49-F238E27FC236}">
                  <a16:creationId xmlns:a16="http://schemas.microsoft.com/office/drawing/2014/main" id="{3C227E09-AD3D-1E76-18D5-964F0315A037}"/>
                </a:ext>
              </a:extLst>
            </p:cNvPr>
            <p:cNvSpPr/>
            <p:nvPr/>
          </p:nvSpPr>
          <p:spPr>
            <a:xfrm>
              <a:off x="9201187" y="4154076"/>
              <a:ext cx="0" cy="3001010"/>
            </a:xfrm>
            <a:custGeom>
              <a:avLst/>
              <a:gdLst/>
              <a:ahLst/>
              <a:cxnLst/>
              <a:rect l="l" t="t" r="r" b="b"/>
              <a:pathLst>
                <a:path h="3001009">
                  <a:moveTo>
                    <a:pt x="0" y="3000400"/>
                  </a:moveTo>
                  <a:lnTo>
                    <a:pt x="0" y="0"/>
                  </a:lnTo>
                </a:path>
              </a:pathLst>
            </a:custGeom>
            <a:ln w="2783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 sz="1092"/>
            </a:p>
          </p:txBody>
        </p:sp>
        <p:sp>
          <p:nvSpPr>
            <p:cNvPr id="17" name="object 10">
              <a:extLst>
                <a:ext uri="{FF2B5EF4-FFF2-40B4-BE49-F238E27FC236}">
                  <a16:creationId xmlns:a16="http://schemas.microsoft.com/office/drawing/2014/main" id="{A500B83B-9EFC-D211-8A99-FD092B582E48}"/>
                </a:ext>
              </a:extLst>
            </p:cNvPr>
            <p:cNvSpPr/>
            <p:nvPr/>
          </p:nvSpPr>
          <p:spPr>
            <a:xfrm>
              <a:off x="0" y="11151492"/>
              <a:ext cx="20104100" cy="157480"/>
            </a:xfrm>
            <a:custGeom>
              <a:avLst/>
              <a:gdLst/>
              <a:ahLst/>
              <a:cxnLst/>
              <a:rect l="l" t="t" r="r" b="b"/>
              <a:pathLst>
                <a:path w="20104100" h="157479">
                  <a:moveTo>
                    <a:pt x="20104099" y="0"/>
                  </a:moveTo>
                  <a:lnTo>
                    <a:pt x="0" y="0"/>
                  </a:lnTo>
                  <a:lnTo>
                    <a:pt x="0" y="157063"/>
                  </a:lnTo>
                  <a:lnTo>
                    <a:pt x="20104099" y="157063"/>
                  </a:lnTo>
                  <a:lnTo>
                    <a:pt x="20104099" y="0"/>
                  </a:lnTo>
                  <a:close/>
                </a:path>
              </a:pathLst>
            </a:custGeom>
            <a:solidFill>
              <a:srgbClr val="C1272C"/>
            </a:solidFill>
          </p:spPr>
          <p:txBody>
            <a:bodyPr wrap="square" lIns="0" tIns="0" rIns="0" bIns="0" rtlCol="0"/>
            <a:lstStyle/>
            <a:p>
              <a:endParaRPr sz="1092"/>
            </a:p>
          </p:txBody>
        </p:sp>
      </p:grp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76C9B431-6F20-F5C0-DC5E-DB51955D4778}"/>
              </a:ext>
            </a:extLst>
          </p:cNvPr>
          <p:cNvSpPr txBox="1"/>
          <p:nvPr/>
        </p:nvSpPr>
        <p:spPr>
          <a:xfrm>
            <a:off x="6157615" y="2760913"/>
            <a:ext cx="3999225" cy="3536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98" spc="-15" dirty="0">
                <a:solidFill>
                  <a:srgbClr val="FFFFFF"/>
                </a:solidFill>
                <a:latin typeface="Montserrat Light" panose="00000400000000000000" pitchFamily="50" charset="0"/>
              </a:rPr>
              <a:t>DEPARTAMENTO</a:t>
            </a:r>
            <a:r>
              <a:rPr lang="pt-BR" sz="1698" spc="-33" dirty="0">
                <a:solidFill>
                  <a:srgbClr val="FFFFFF"/>
                </a:solidFill>
                <a:latin typeface="Montserrat Light" panose="00000400000000000000" pitchFamily="50" charset="0"/>
              </a:rPr>
              <a:t> </a:t>
            </a:r>
            <a:r>
              <a:rPr lang="pt-BR" sz="1698" dirty="0">
                <a:solidFill>
                  <a:srgbClr val="FFFFFF"/>
                </a:solidFill>
                <a:latin typeface="Montserrat Light" panose="00000400000000000000" pitchFamily="50" charset="0"/>
              </a:rPr>
              <a:t>REGIONAL</a:t>
            </a:r>
            <a:endParaRPr lang="pt-BR" sz="1698" dirty="0">
              <a:solidFill>
                <a:srgbClr val="F1F1F1"/>
              </a:solidFill>
              <a:latin typeface="Montserrat Light" panose="00000400000000000000" pitchFamily="50" charset="0"/>
            </a:endParaRP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B32AA9AA-94A8-7860-1549-54CA0B7331AB}"/>
              </a:ext>
            </a:extLst>
          </p:cNvPr>
          <p:cNvSpPr txBox="1"/>
          <p:nvPr/>
        </p:nvSpPr>
        <p:spPr>
          <a:xfrm>
            <a:off x="6157615" y="3078195"/>
            <a:ext cx="3999225" cy="3536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98" spc="-15" dirty="0">
                <a:solidFill>
                  <a:srgbClr val="FFFFFF"/>
                </a:solidFill>
                <a:latin typeface="Montserrat ExtraBold" panose="00000900000000000000" pitchFamily="50" charset="0"/>
              </a:rPr>
              <a:t>DE SÃO PAULO</a:t>
            </a:r>
            <a:endParaRPr lang="pt-BR" sz="1698" dirty="0">
              <a:solidFill>
                <a:srgbClr val="F1F1F1"/>
              </a:solidFill>
              <a:latin typeface="Montserrat ExtraBold" panose="00000900000000000000" pitchFamily="50" charset="0"/>
            </a:endParaRP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4A27E2DC-4BAB-0F86-EEF3-44ABB364EC02}"/>
              </a:ext>
            </a:extLst>
          </p:cNvPr>
          <p:cNvSpPr txBox="1"/>
          <p:nvPr/>
        </p:nvSpPr>
        <p:spPr>
          <a:xfrm>
            <a:off x="6153764" y="3338515"/>
            <a:ext cx="43381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spc="-15" dirty="0">
                <a:solidFill>
                  <a:srgbClr val="FFFFFF"/>
                </a:solidFill>
                <a:latin typeface="Montserrat" panose="00000500000000000000" pitchFamily="50" charset="0"/>
              </a:rPr>
              <a:t>www.sp.senai.br</a:t>
            </a:r>
            <a:endParaRPr lang="pt-BR" sz="4000" dirty="0">
              <a:solidFill>
                <a:srgbClr val="F1F1F1"/>
              </a:solidFill>
              <a:latin typeface="Montserrat" panose="00000500000000000000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17755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62">
          <p15:clr>
            <a:srgbClr val="FBAE40"/>
          </p15:clr>
        </p15:guide>
        <p15:guide id="2" pos="633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sv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>
            <a:extLst>
              <a:ext uri="{FF2B5EF4-FFF2-40B4-BE49-F238E27FC236}">
                <a16:creationId xmlns:a16="http://schemas.microsoft.com/office/drawing/2014/main" id="{688D5245-A0BF-EE20-41B4-5217BFCD060B}"/>
              </a:ext>
            </a:extLst>
          </p:cNvPr>
          <p:cNvGrpSpPr>
            <a:grpSpLocks/>
          </p:cNvGrpSpPr>
          <p:nvPr userDrawn="1"/>
        </p:nvGrpSpPr>
        <p:grpSpPr>
          <a:xfrm rot="20700000">
            <a:off x="1004245" y="3037964"/>
            <a:ext cx="9851954" cy="461665"/>
            <a:chOff x="895512" y="15383"/>
            <a:chExt cx="9851954" cy="461665"/>
          </a:xfrm>
        </p:grpSpPr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E84B5ADB-4D75-7FCC-132C-F1F244D4AAC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1444535" y="15383"/>
              <a:ext cx="9302931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400" b="1" dirty="0">
                  <a:solidFill>
                    <a:schemeClr val="bg1">
                      <a:lumMod val="75000"/>
                    </a:schemeClr>
                  </a:solidFill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APRESENTAÇÃO GERADA POR IA, REQUER REVISÃO HUMANA</a:t>
              </a:r>
            </a:p>
          </p:txBody>
        </p:sp>
        <p:pic>
          <p:nvPicPr>
            <p:cNvPr id="12" name="Gráfico 11" descr="Megafone1 com preenchimento sólido">
              <a:extLst>
                <a:ext uri="{FF2B5EF4-FFF2-40B4-BE49-F238E27FC236}">
                  <a16:creationId xmlns:a16="http://schemas.microsoft.com/office/drawing/2014/main" id="{C270D627-9CC3-B1DD-8B34-C0C87998DD1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895512" y="59013"/>
              <a:ext cx="360000" cy="360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70817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5" r:id="rId3"/>
    <p:sldLayoutId id="2147483668" r:id="rId4"/>
    <p:sldLayoutId id="2147483671" r:id="rId5"/>
    <p:sldLayoutId id="2147483673" r:id="rId6"/>
    <p:sldLayoutId id="2147483675" r:id="rId7"/>
  </p:sldLayoutIdLst>
  <p:txStyles>
    <p:titleStyle>
      <a:lvl1pPr algn="l" defTabSz="914358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8" indent="-228589" algn="l" defTabSz="91435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7" indent="-228589" algn="l" defTabSz="91435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6" indent="-228589" algn="l" defTabSz="91435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05" indent="-228589" algn="l" defTabSz="91435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83" indent="-228589" algn="l" defTabSz="91435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62" indent="-228589" algn="l" defTabSz="91435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41" indent="-228589" algn="l" defTabSz="91435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20" indent="-228589" algn="l" defTabSz="91435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5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9" algn="l" defTabSz="91435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8" algn="l" defTabSz="91435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6" algn="l" defTabSz="91435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15" algn="l" defTabSz="91435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94" algn="l" defTabSz="91435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73" algn="l" defTabSz="91435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52" algn="l" defTabSz="91435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30" algn="l" defTabSz="91435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562">
          <p15:clr>
            <a:srgbClr val="F26B43"/>
          </p15:clr>
        </p15:guide>
        <p15:guide id="2" pos="63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56634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A086BF-103A-ACA5-1D32-45F816EB4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62558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Imagem 3">
            <a:extLst>
              <a:ext uri="{FF2B5EF4-FFF2-40B4-BE49-F238E27FC236}">
                <a16:creationId xmlns:a16="http://schemas.microsoft.com/office/drawing/2014/main" id="{F0163C90-7915-0A61-D8B2-B74403AA28F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16868C4-AE68-1A1F-E3C3-F5F08CCE35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29239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814BB4B-4E05-295B-FA22-526D73F42B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endParaRPr lang="pt-BR"/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2455621-9DBA-D42A-9AC1-B8B24A11D19A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754780" y="1099343"/>
            <a:ext cx="7026959" cy="424726"/>
          </a:xfrm>
          <a:prstGeom prst="rect">
            <a:avLst/>
          </a:prstGeom>
        </p:spPr>
        <p:txBody>
          <a:bodyPr>
            <a:normAutofit fontScale="92500" lnSpcReduction="10000"/>
          </a:bodyPr>
          <a:lstStyle/>
          <a:p>
            <a:endParaRPr lang="pt-BR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9A187436-03A0-F4BC-63B4-0DCAE6B8D243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754780" y="1841334"/>
            <a:ext cx="10802782" cy="444484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02346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4436EC3E-0E9E-FB76-7286-A24179973A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6FADC941-8E1B-43B4-473F-FF73714D7130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415900" y="1952277"/>
            <a:ext cx="2458809" cy="2610738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Imagem 4">
            <a:extLst>
              <a:ext uri="{FF2B5EF4-FFF2-40B4-BE49-F238E27FC236}">
                <a16:creationId xmlns:a16="http://schemas.microsoft.com/office/drawing/2014/main" id="{20503679-1261-583C-DC2B-3B361EDAA10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2520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FB98F5D3-22E2-16F8-D73E-D7895CD5641E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6723700" y="1673685"/>
            <a:ext cx="4801130" cy="3920342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Imagem 4">
            <a:extLst>
              <a:ext uri="{FF2B5EF4-FFF2-40B4-BE49-F238E27FC236}">
                <a16:creationId xmlns:a16="http://schemas.microsoft.com/office/drawing/2014/main" id="{0C018D64-6B60-DFD1-3812-C524E819394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FF4A9B8B-0492-BDDC-34FC-DEFB2DB6530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208676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9086407"/>
      </p:ext>
    </p:extLst>
  </p:cSld>
  <p:clrMapOvr>
    <a:masterClrMapping/>
  </p:clrMapOvr>
</p:sld>
</file>

<file path=ppt/theme/theme1.xml><?xml version="1.0" encoding="utf-8"?>
<a:theme xmlns:a="http://schemas.openxmlformats.org/drawingml/2006/main" name="Senai">
  <a:themeElements>
    <a:clrScheme name="Personalizada 1">
      <a:dk1>
        <a:srgbClr val="1A1A1A"/>
      </a:dk1>
      <a:lt1>
        <a:srgbClr val="F1F1F1"/>
      </a:lt1>
      <a:dk2>
        <a:srgbClr val="1A1A1A"/>
      </a:dk2>
      <a:lt2>
        <a:srgbClr val="F1F1F1"/>
      </a:lt2>
      <a:accent1>
        <a:srgbClr val="FF0514"/>
      </a:accent1>
      <a:accent2>
        <a:srgbClr val="9A1915"/>
      </a:accent2>
      <a:accent3>
        <a:srgbClr val="681413"/>
      </a:accent3>
      <a:accent4>
        <a:srgbClr val="878787"/>
      </a:accent4>
      <a:accent5>
        <a:srgbClr val="000000"/>
      </a:accent5>
      <a:accent6>
        <a:srgbClr val="FFFFFF"/>
      </a:accent6>
      <a:hlink>
        <a:srgbClr val="FFFFFF"/>
      </a:hlink>
      <a:folHlink>
        <a:srgbClr val="FFFFFF"/>
      </a:folHlink>
    </a:clrScheme>
    <a:fontScheme name="Montserrat">
      <a:majorFont>
        <a:latin typeface="Montserrat ExtraBold"/>
        <a:ea typeface=""/>
        <a:cs typeface=""/>
      </a:majorFont>
      <a:minorFont>
        <a:latin typeface="Montserrat Light"/>
        <a:ea typeface=""/>
        <a:cs typeface="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enai" id="{6291B296-D349-42B1-AB58-E01E59CB6788}" vid="{7D49579D-79E5-44E6-AE8F-01C1D9703FA6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Senai</Template>
  <TotalTime>67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4" baseType="lpstr">
      <vt:lpstr>Aptos</vt:lpstr>
      <vt:lpstr>Arial</vt:lpstr>
      <vt:lpstr>Montserrat</vt:lpstr>
      <vt:lpstr>Montserrat ExtraBold</vt:lpstr>
      <vt:lpstr>Montserrat Light</vt:lpstr>
      <vt:lpstr>Open Sans</vt:lpstr>
      <vt:lpstr>Senai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Lucas Tadeu Monteiro Guedes Fernandes Salomao</dc:creator>
  <cp:lastModifiedBy>Lucas Tadeu Monteiro Guedes Fernandes Salomao</cp:lastModifiedBy>
  <cp:revision>9</cp:revision>
  <dcterms:created xsi:type="dcterms:W3CDTF">2025-12-08T19:24:37Z</dcterms:created>
  <dcterms:modified xsi:type="dcterms:W3CDTF">2025-12-25T19:10:08Z</dcterms:modified>
</cp:coreProperties>
</file>